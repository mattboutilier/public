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1" r:id="rId14"/>
    <p:sldId id="270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C34"/>
    <a:srgbClr val="EAEDF2"/>
    <a:srgbClr val="E7E2DD"/>
    <a:srgbClr val="53001D"/>
    <a:srgbClr val="EEE8E3"/>
    <a:srgbClr val="D2BDC5"/>
    <a:srgbClr val="FFFFFF"/>
    <a:srgbClr val="7673F7"/>
    <a:srgbClr val="03126A"/>
    <a:srgbClr val="6AE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9D0C30-0627-42DE-A02B-C26A2D1FCE38}" v="21" dt="2025-11-19T23:00:36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0994" autoAdjust="0"/>
  </p:normalViewPr>
  <p:slideViewPr>
    <p:cSldViewPr snapToGrid="0">
      <p:cViewPr>
        <p:scale>
          <a:sx n="40" d="100"/>
          <a:sy n="40" d="100"/>
        </p:scale>
        <p:origin x="2826" y="2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tilier,Matthew" userId="bd72e79b-012e-45c2-8c39-38f3a89857e7" providerId="ADAL" clId="{8C733FB2-0FD4-403E-B5F4-24370C6A3ABA}"/>
    <pc:docChg chg="undo redo custSel addSld delSld modSld sldOrd modMainMaster">
      <pc:chgData name="Boutilier,Matthew" userId="bd72e79b-012e-45c2-8c39-38f3a89857e7" providerId="ADAL" clId="{8C733FB2-0FD4-403E-B5F4-24370C6A3ABA}" dt="2025-11-13T02:59:00.807" v="2923" actId="207"/>
      <pc:docMkLst>
        <pc:docMk/>
      </pc:docMkLst>
      <pc:sldChg chg="addSp delSp modSp mod modTransition modClrScheme chgLayout">
        <pc:chgData name="Boutilier,Matthew" userId="bd72e79b-012e-45c2-8c39-38f3a89857e7" providerId="ADAL" clId="{8C733FB2-0FD4-403E-B5F4-24370C6A3ABA}" dt="2025-11-13T02:49:35.287" v="2335" actId="478"/>
        <pc:sldMkLst>
          <pc:docMk/>
          <pc:sldMk cId="109857222" sldId="256"/>
        </pc:sldMkLst>
        <pc:spChg chg="mod ord">
          <ac:chgData name="Boutilier,Matthew" userId="bd72e79b-012e-45c2-8c39-38f3a89857e7" providerId="ADAL" clId="{8C733FB2-0FD4-403E-B5F4-24370C6A3ABA}" dt="2025-11-12T23:35:49.377" v="86" actId="20577"/>
          <ac:spMkLst>
            <pc:docMk/>
            <pc:sldMk cId="109857222" sldId="256"/>
            <ac:spMk id="3" creationId="{00000000-0000-0000-0000-000000000000}"/>
          </ac:spMkLst>
        </pc:spChg>
        <pc:spChg chg="add mod ord">
          <ac:chgData name="Boutilier,Matthew" userId="bd72e79b-012e-45c2-8c39-38f3a89857e7" providerId="ADAL" clId="{8C733FB2-0FD4-403E-B5F4-24370C6A3ABA}" dt="2025-11-12T23:34:55.794" v="37" actId="313"/>
          <ac:spMkLst>
            <pc:docMk/>
            <pc:sldMk cId="109857222" sldId="256"/>
            <ac:spMk id="4" creationId="{C6C24DEA-D48E-79D6-9F11-C687CDA1D42A}"/>
          </ac:spMkLst>
        </pc:spChg>
        <pc:spChg chg="add mod">
          <ac:chgData name="Boutilier,Matthew" userId="bd72e79b-012e-45c2-8c39-38f3a89857e7" providerId="ADAL" clId="{8C733FB2-0FD4-403E-B5F4-24370C6A3ABA}" dt="2025-11-12T23:36:58.416" v="121" actId="403"/>
          <ac:spMkLst>
            <pc:docMk/>
            <pc:sldMk cId="109857222" sldId="256"/>
            <ac:spMk id="5" creationId="{9F3996C6-42FD-1268-4E21-F75CC6D42811}"/>
          </ac:spMkLst>
        </pc:spChg>
        <pc:spChg chg="mod">
          <ac:chgData name="Boutilier,Matthew" userId="bd72e79b-012e-45c2-8c39-38f3a89857e7" providerId="ADAL" clId="{8C733FB2-0FD4-403E-B5F4-24370C6A3ABA}" dt="2025-11-13T02:46:49.898" v="2199"/>
          <ac:spMkLst>
            <pc:docMk/>
            <pc:sldMk cId="109857222" sldId="256"/>
            <ac:spMk id="8" creationId="{850CE2BF-5469-22B0-B80C-D4902635A1AF}"/>
          </ac:spMkLst>
        </pc:spChg>
        <pc:spChg chg="mod">
          <ac:chgData name="Boutilier,Matthew" userId="bd72e79b-012e-45c2-8c39-38f3a89857e7" providerId="ADAL" clId="{8C733FB2-0FD4-403E-B5F4-24370C6A3ABA}" dt="2025-11-13T02:46:49.898" v="2199"/>
          <ac:spMkLst>
            <pc:docMk/>
            <pc:sldMk cId="109857222" sldId="256"/>
            <ac:spMk id="11" creationId="{34A15C92-8C10-3CCB-5050-FB29603975B0}"/>
          </ac:spMkLst>
        </pc:spChg>
        <pc:spChg chg="mod">
          <ac:chgData name="Boutilier,Matthew" userId="bd72e79b-012e-45c2-8c39-38f3a89857e7" providerId="ADAL" clId="{8C733FB2-0FD4-403E-B5F4-24370C6A3ABA}" dt="2025-11-13T02:46:49.898" v="2199"/>
          <ac:spMkLst>
            <pc:docMk/>
            <pc:sldMk cId="109857222" sldId="256"/>
            <ac:spMk id="14" creationId="{96DEBA74-5E99-B7FB-776D-32A4A00E4A35}"/>
          </ac:spMkLst>
        </pc:spChg>
        <pc:spChg chg="mod">
          <ac:chgData name="Boutilier,Matthew" userId="bd72e79b-012e-45c2-8c39-38f3a89857e7" providerId="ADAL" clId="{8C733FB2-0FD4-403E-B5F4-24370C6A3ABA}" dt="2025-11-13T02:46:49.898" v="2199"/>
          <ac:spMkLst>
            <pc:docMk/>
            <pc:sldMk cId="109857222" sldId="256"/>
            <ac:spMk id="17" creationId="{6C1D7D6F-0423-FCAC-05DF-B740EB767766}"/>
          </ac:spMkLst>
        </pc:spChg>
        <pc:grpChg chg="mod">
          <ac:chgData name="Boutilier,Matthew" userId="bd72e79b-012e-45c2-8c39-38f3a89857e7" providerId="ADAL" clId="{8C733FB2-0FD4-403E-B5F4-24370C6A3ABA}" dt="2025-11-13T02:47:06.897" v="2315" actId="1035"/>
          <ac:grpSpMkLst>
            <pc:docMk/>
            <pc:sldMk cId="109857222" sldId="256"/>
            <ac:grpSpMk id="7" creationId="{5DCB34AE-C484-CEDD-8DF1-86DAED6C4E77}"/>
          </ac:grpSpMkLst>
        </pc:grpChg>
        <pc:grpChg chg="add mod">
          <ac:chgData name="Boutilier,Matthew" userId="bd72e79b-012e-45c2-8c39-38f3a89857e7" providerId="ADAL" clId="{8C733FB2-0FD4-403E-B5F4-24370C6A3ABA}" dt="2025-11-13T02:47:06.897" v="2315" actId="1035"/>
          <ac:grpSpMkLst>
            <pc:docMk/>
            <pc:sldMk cId="109857222" sldId="256"/>
            <ac:grpSpMk id="10" creationId="{B0ED1C09-A7D9-066D-F835-DEEF2FBA18BE}"/>
          </ac:grpSpMkLst>
        </pc:grpChg>
        <pc:grpChg chg="mod">
          <ac:chgData name="Boutilier,Matthew" userId="bd72e79b-012e-45c2-8c39-38f3a89857e7" providerId="ADAL" clId="{8C733FB2-0FD4-403E-B5F4-24370C6A3ABA}" dt="2025-11-13T02:47:06.897" v="2315" actId="1035"/>
          <ac:grpSpMkLst>
            <pc:docMk/>
            <pc:sldMk cId="109857222" sldId="256"/>
            <ac:grpSpMk id="13" creationId="{A93ED60B-5524-B982-8828-3BDF561D40FB}"/>
          </ac:grpSpMkLst>
        </pc:grpChg>
        <pc:grpChg chg="mod">
          <ac:chgData name="Boutilier,Matthew" userId="bd72e79b-012e-45c2-8c39-38f3a89857e7" providerId="ADAL" clId="{8C733FB2-0FD4-403E-B5F4-24370C6A3ABA}" dt="2025-11-13T02:47:06.897" v="2315" actId="1035"/>
          <ac:grpSpMkLst>
            <pc:docMk/>
            <pc:sldMk cId="109857222" sldId="256"/>
            <ac:grpSpMk id="16" creationId="{4203046B-E116-4278-E9D4-172DA34471EC}"/>
          </ac:grpSpMkLst>
        </pc:grpChg>
        <pc:picChg chg="mod">
          <ac:chgData name="Boutilier,Matthew" userId="bd72e79b-012e-45c2-8c39-38f3a89857e7" providerId="ADAL" clId="{8C733FB2-0FD4-403E-B5F4-24370C6A3ABA}" dt="2025-11-13T02:46:49.898" v="2199"/>
          <ac:picMkLst>
            <pc:docMk/>
            <pc:sldMk cId="109857222" sldId="256"/>
            <ac:picMk id="9" creationId="{CDD03720-BD35-EED3-2960-AADF26761311}"/>
          </ac:picMkLst>
        </pc:picChg>
        <pc:picChg chg="mod">
          <ac:chgData name="Boutilier,Matthew" userId="bd72e79b-012e-45c2-8c39-38f3a89857e7" providerId="ADAL" clId="{8C733FB2-0FD4-403E-B5F4-24370C6A3ABA}" dt="2025-11-13T02:46:49.898" v="2199"/>
          <ac:picMkLst>
            <pc:docMk/>
            <pc:sldMk cId="109857222" sldId="256"/>
            <ac:picMk id="12" creationId="{510571BC-2770-5F67-9D47-4D5AEA4DF3B1}"/>
          </ac:picMkLst>
        </pc:picChg>
        <pc:picChg chg="mod">
          <ac:chgData name="Boutilier,Matthew" userId="bd72e79b-012e-45c2-8c39-38f3a89857e7" providerId="ADAL" clId="{8C733FB2-0FD4-403E-B5F4-24370C6A3ABA}" dt="2025-11-13T02:46:49.898" v="2199"/>
          <ac:picMkLst>
            <pc:docMk/>
            <pc:sldMk cId="109857222" sldId="256"/>
            <ac:picMk id="15" creationId="{8B410668-3DDD-86DA-E9CC-AFEC482A591C}"/>
          </ac:picMkLst>
        </pc:picChg>
        <pc:picChg chg="mod">
          <ac:chgData name="Boutilier,Matthew" userId="bd72e79b-012e-45c2-8c39-38f3a89857e7" providerId="ADAL" clId="{8C733FB2-0FD4-403E-B5F4-24370C6A3ABA}" dt="2025-11-13T02:46:49.898" v="2199"/>
          <ac:picMkLst>
            <pc:docMk/>
            <pc:sldMk cId="109857222" sldId="256"/>
            <ac:picMk id="18" creationId="{5E9BFFA1-9D9B-F6B9-B42E-08D4CAFCFD35}"/>
          </ac:picMkLst>
        </pc:picChg>
      </pc:sldChg>
      <pc:sldChg chg="addSp delSp modSp mod modTransition modClrScheme chgLayout">
        <pc:chgData name="Boutilier,Matthew" userId="bd72e79b-012e-45c2-8c39-38f3a89857e7" providerId="ADAL" clId="{8C733FB2-0FD4-403E-B5F4-24370C6A3ABA}" dt="2025-11-13T02:50:48.375" v="2667" actId="1037"/>
        <pc:sldMkLst>
          <pc:docMk/>
          <pc:sldMk cId="2710962811" sldId="257"/>
        </pc:sldMkLst>
        <pc:spChg chg="mod ord">
          <ac:chgData name="Boutilier,Matthew" userId="bd72e79b-012e-45c2-8c39-38f3a89857e7" providerId="ADAL" clId="{8C733FB2-0FD4-403E-B5F4-24370C6A3ABA}" dt="2025-11-13T00:15:41.360" v="793" actId="700"/>
          <ac:spMkLst>
            <pc:docMk/>
            <pc:sldMk cId="2710962811" sldId="257"/>
            <ac:spMk id="5" creationId="{F6DA5C4C-FAD1-8254-548B-7DF4B56B049B}"/>
          </ac:spMkLst>
        </pc:spChg>
        <pc:spChg chg="add mod ord">
          <ac:chgData name="Boutilier,Matthew" userId="bd72e79b-012e-45c2-8c39-38f3a89857e7" providerId="ADAL" clId="{8C733FB2-0FD4-403E-B5F4-24370C6A3ABA}" dt="2025-11-13T00:16:00.168" v="812" actId="20577"/>
          <ac:spMkLst>
            <pc:docMk/>
            <pc:sldMk cId="2710962811" sldId="257"/>
            <ac:spMk id="9" creationId="{8631B0E1-9156-BAC7-B39A-DE84BCA33957}"/>
          </ac:spMkLst>
        </pc:spChg>
        <pc:spChg chg="add mod ord">
          <ac:chgData name="Boutilier,Matthew" userId="bd72e79b-012e-45c2-8c39-38f3a89857e7" providerId="ADAL" clId="{8C733FB2-0FD4-403E-B5F4-24370C6A3ABA}" dt="2025-11-13T00:18:47.890" v="813"/>
          <ac:spMkLst>
            <pc:docMk/>
            <pc:sldMk cId="2710962811" sldId="257"/>
            <ac:spMk id="10" creationId="{E199249F-C254-931A-2F14-29AEEFA50019}"/>
          </ac:spMkLst>
        </pc:spChg>
        <pc:spChg chg="mod">
          <ac:chgData name="Boutilier,Matthew" userId="bd72e79b-012e-45c2-8c39-38f3a89857e7" providerId="ADAL" clId="{8C733FB2-0FD4-403E-B5F4-24370C6A3ABA}" dt="2025-11-13T02:49:46.720" v="2336"/>
          <ac:spMkLst>
            <pc:docMk/>
            <pc:sldMk cId="2710962811" sldId="257"/>
            <ac:spMk id="12" creationId="{2F193F25-6746-CB35-59D7-3B26FD9AC77D}"/>
          </ac:spMkLst>
        </pc:spChg>
        <pc:spChg chg="mod">
          <ac:chgData name="Boutilier,Matthew" userId="bd72e79b-012e-45c2-8c39-38f3a89857e7" providerId="ADAL" clId="{8C733FB2-0FD4-403E-B5F4-24370C6A3ABA}" dt="2025-11-13T02:49:46.720" v="2336"/>
          <ac:spMkLst>
            <pc:docMk/>
            <pc:sldMk cId="2710962811" sldId="257"/>
            <ac:spMk id="15" creationId="{36C401B2-C249-10DD-7018-DC61305F521D}"/>
          </ac:spMkLst>
        </pc:spChg>
        <pc:spChg chg="mod">
          <ac:chgData name="Boutilier,Matthew" userId="bd72e79b-012e-45c2-8c39-38f3a89857e7" providerId="ADAL" clId="{8C733FB2-0FD4-403E-B5F4-24370C6A3ABA}" dt="2025-11-13T02:49:46.720" v="2336"/>
          <ac:spMkLst>
            <pc:docMk/>
            <pc:sldMk cId="2710962811" sldId="257"/>
            <ac:spMk id="18" creationId="{3F4430E2-9591-AA92-2831-0FAA165B4688}"/>
          </ac:spMkLst>
        </pc:spChg>
        <pc:spChg chg="mod">
          <ac:chgData name="Boutilier,Matthew" userId="bd72e79b-012e-45c2-8c39-38f3a89857e7" providerId="ADAL" clId="{8C733FB2-0FD4-403E-B5F4-24370C6A3ABA}" dt="2025-11-13T02:49:46.720" v="2336"/>
          <ac:spMkLst>
            <pc:docMk/>
            <pc:sldMk cId="2710962811" sldId="257"/>
            <ac:spMk id="21" creationId="{C767BC01-BA9B-B095-0B1D-C8A0621BD3F5}"/>
          </ac:spMkLst>
        </pc:spChg>
        <pc:spChg chg="add mod">
          <ac:chgData name="Boutilier,Matthew" userId="bd72e79b-012e-45c2-8c39-38f3a89857e7" providerId="ADAL" clId="{8C733FB2-0FD4-403E-B5F4-24370C6A3ABA}" dt="2025-11-13T02:50:48.375" v="2667" actId="1037"/>
          <ac:spMkLst>
            <pc:docMk/>
            <pc:sldMk cId="2710962811" sldId="257"/>
            <ac:spMk id="25" creationId="{EE7188DA-996A-0585-CBD0-A4C3FE0AE38B}"/>
          </ac:spMkLst>
        </pc:spChg>
        <pc:grpChg chg="mod">
          <ac:chgData name="Boutilier,Matthew" userId="bd72e79b-012e-45c2-8c39-38f3a89857e7" providerId="ADAL" clId="{8C733FB2-0FD4-403E-B5F4-24370C6A3ABA}" dt="2025-11-13T02:49:51.313" v="2410" actId="1036"/>
          <ac:grpSpMkLst>
            <pc:docMk/>
            <pc:sldMk cId="2710962811" sldId="257"/>
            <ac:grpSpMk id="11" creationId="{4B5B0133-9928-DB55-E297-9B9CDA0ED9D9}"/>
          </ac:grpSpMkLst>
        </pc:grpChg>
        <pc:grpChg chg="mod">
          <ac:chgData name="Boutilier,Matthew" userId="bd72e79b-012e-45c2-8c39-38f3a89857e7" providerId="ADAL" clId="{8C733FB2-0FD4-403E-B5F4-24370C6A3ABA}" dt="2025-11-13T02:49:51.313" v="2410" actId="1036"/>
          <ac:grpSpMkLst>
            <pc:docMk/>
            <pc:sldMk cId="2710962811" sldId="257"/>
            <ac:grpSpMk id="14" creationId="{79C66856-2EB4-B1D7-3A2C-E8519946C32F}"/>
          </ac:grpSpMkLst>
        </pc:grpChg>
        <pc:grpChg chg="add mod">
          <ac:chgData name="Boutilier,Matthew" userId="bd72e79b-012e-45c2-8c39-38f3a89857e7" providerId="ADAL" clId="{8C733FB2-0FD4-403E-B5F4-24370C6A3ABA}" dt="2025-11-13T02:49:51.313" v="2410" actId="1036"/>
          <ac:grpSpMkLst>
            <pc:docMk/>
            <pc:sldMk cId="2710962811" sldId="257"/>
            <ac:grpSpMk id="17" creationId="{02AA135F-03D1-7F78-3BCB-37D4D468B488}"/>
          </ac:grpSpMkLst>
        </pc:grpChg>
        <pc:grpChg chg="add mod">
          <ac:chgData name="Boutilier,Matthew" userId="bd72e79b-012e-45c2-8c39-38f3a89857e7" providerId="ADAL" clId="{8C733FB2-0FD4-403E-B5F4-24370C6A3ABA}" dt="2025-11-13T02:49:51.313" v="2410" actId="1036"/>
          <ac:grpSpMkLst>
            <pc:docMk/>
            <pc:sldMk cId="2710962811" sldId="257"/>
            <ac:grpSpMk id="20" creationId="{E6B71D70-5096-EE16-D86F-F60BB1DA3683}"/>
          </ac:grpSpMkLst>
        </pc:grpChg>
        <pc:picChg chg="mod">
          <ac:chgData name="Boutilier,Matthew" userId="bd72e79b-012e-45c2-8c39-38f3a89857e7" providerId="ADAL" clId="{8C733FB2-0FD4-403E-B5F4-24370C6A3ABA}" dt="2025-11-13T02:49:46.720" v="2336"/>
          <ac:picMkLst>
            <pc:docMk/>
            <pc:sldMk cId="2710962811" sldId="257"/>
            <ac:picMk id="13" creationId="{8EA7B940-3C8A-E55E-F18C-A8F9DD5B72F6}"/>
          </ac:picMkLst>
        </pc:picChg>
        <pc:picChg chg="mod">
          <ac:chgData name="Boutilier,Matthew" userId="bd72e79b-012e-45c2-8c39-38f3a89857e7" providerId="ADAL" clId="{8C733FB2-0FD4-403E-B5F4-24370C6A3ABA}" dt="2025-11-13T02:49:46.720" v="2336"/>
          <ac:picMkLst>
            <pc:docMk/>
            <pc:sldMk cId="2710962811" sldId="257"/>
            <ac:picMk id="16" creationId="{49E4F750-BFA7-4AA6-D13A-9B97603A21D7}"/>
          </ac:picMkLst>
        </pc:picChg>
        <pc:picChg chg="mod">
          <ac:chgData name="Boutilier,Matthew" userId="bd72e79b-012e-45c2-8c39-38f3a89857e7" providerId="ADAL" clId="{8C733FB2-0FD4-403E-B5F4-24370C6A3ABA}" dt="2025-11-13T02:49:46.720" v="2336"/>
          <ac:picMkLst>
            <pc:docMk/>
            <pc:sldMk cId="2710962811" sldId="257"/>
            <ac:picMk id="19" creationId="{1C830CB2-2010-4BB3-E6EF-32E3459C1A1F}"/>
          </ac:picMkLst>
        </pc:picChg>
        <pc:picChg chg="mod">
          <ac:chgData name="Boutilier,Matthew" userId="bd72e79b-012e-45c2-8c39-38f3a89857e7" providerId="ADAL" clId="{8C733FB2-0FD4-403E-B5F4-24370C6A3ABA}" dt="2025-11-13T02:49:46.720" v="2336"/>
          <ac:picMkLst>
            <pc:docMk/>
            <pc:sldMk cId="2710962811" sldId="257"/>
            <ac:picMk id="22" creationId="{C5057900-4772-E281-0FAA-0FE309D90FCD}"/>
          </ac:picMkLst>
        </pc:picChg>
        <pc:picChg chg="add mod">
          <ac:chgData name="Boutilier,Matthew" userId="bd72e79b-012e-45c2-8c39-38f3a89857e7" providerId="ADAL" clId="{8C733FB2-0FD4-403E-B5F4-24370C6A3ABA}" dt="2025-11-13T02:50:48.375" v="2667" actId="1037"/>
          <ac:picMkLst>
            <pc:docMk/>
            <pc:sldMk cId="2710962811" sldId="257"/>
            <ac:picMk id="24" creationId="{2752CF41-748A-3EFA-9C7D-DB67FFA347BC}"/>
          </ac:picMkLst>
        </pc:picChg>
      </pc:sldChg>
      <pc:sldChg chg="addSp delSp modSp new mod modTransition">
        <pc:chgData name="Boutilier,Matthew" userId="bd72e79b-012e-45c2-8c39-38f3a89857e7" providerId="ADAL" clId="{8C733FB2-0FD4-403E-B5F4-24370C6A3ABA}" dt="2025-11-13T02:59:00.807" v="2923" actId="207"/>
        <pc:sldMkLst>
          <pc:docMk/>
          <pc:sldMk cId="2238771569" sldId="258"/>
        </pc:sldMkLst>
        <pc:spChg chg="mod">
          <ac:chgData name="Boutilier,Matthew" userId="bd72e79b-012e-45c2-8c39-38f3a89857e7" providerId="ADAL" clId="{8C733FB2-0FD4-403E-B5F4-24370C6A3ABA}" dt="2025-11-12T23:41:58.228" v="130" actId="20577"/>
          <ac:spMkLst>
            <pc:docMk/>
            <pc:sldMk cId="2238771569" sldId="258"/>
            <ac:spMk id="2" creationId="{567F69DC-E01F-3B7F-9377-C1255235B855}"/>
          </ac:spMkLst>
        </pc:spChg>
        <pc:spChg chg="add del mod ord topLvl">
          <ac:chgData name="Boutilier,Matthew" userId="bd72e79b-012e-45c2-8c39-38f3a89857e7" providerId="ADAL" clId="{8C733FB2-0FD4-403E-B5F4-24370C6A3ABA}" dt="2025-11-13T02:58:52.386" v="2920" actId="207"/>
          <ac:spMkLst>
            <pc:docMk/>
            <pc:sldMk cId="2238771569" sldId="258"/>
            <ac:spMk id="34" creationId="{5ECFA32C-BD5B-A75B-6DB2-C8E11332C818}"/>
          </ac:spMkLst>
        </pc:spChg>
        <pc:spChg chg="add mod ord topLvl">
          <ac:chgData name="Boutilier,Matthew" userId="bd72e79b-012e-45c2-8c39-38f3a89857e7" providerId="ADAL" clId="{8C733FB2-0FD4-403E-B5F4-24370C6A3ABA}" dt="2025-11-13T02:58:54.320" v="2921" actId="207"/>
          <ac:spMkLst>
            <pc:docMk/>
            <pc:sldMk cId="2238771569" sldId="258"/>
            <ac:spMk id="35" creationId="{D7101549-D2F7-8B2F-4927-C2D12613C2B0}"/>
          </ac:spMkLst>
        </pc:spChg>
        <pc:spChg chg="add mod ord topLvl">
          <ac:chgData name="Boutilier,Matthew" userId="bd72e79b-012e-45c2-8c39-38f3a89857e7" providerId="ADAL" clId="{8C733FB2-0FD4-403E-B5F4-24370C6A3ABA}" dt="2025-11-13T02:58:56.980" v="2922" actId="207"/>
          <ac:spMkLst>
            <pc:docMk/>
            <pc:sldMk cId="2238771569" sldId="258"/>
            <ac:spMk id="36" creationId="{EEC0B5DD-25C4-677D-72B8-293B56097FB9}"/>
          </ac:spMkLst>
        </pc:spChg>
        <pc:spChg chg="add mod ord topLvl">
          <ac:chgData name="Boutilier,Matthew" userId="bd72e79b-012e-45c2-8c39-38f3a89857e7" providerId="ADAL" clId="{8C733FB2-0FD4-403E-B5F4-24370C6A3ABA}" dt="2025-11-13T02:59:00.807" v="2923" actId="207"/>
          <ac:spMkLst>
            <pc:docMk/>
            <pc:sldMk cId="2238771569" sldId="258"/>
            <ac:spMk id="37" creationId="{6430BC3F-159D-3CB6-AC7B-FE4DD00BDE51}"/>
          </ac:spMkLst>
        </pc:spChg>
        <pc:spChg chg="add mod">
          <ac:chgData name="Boutilier,Matthew" userId="bd72e79b-012e-45c2-8c39-38f3a89857e7" providerId="ADAL" clId="{8C733FB2-0FD4-403E-B5F4-24370C6A3ABA}" dt="2025-11-13T02:50:05.416" v="2513" actId="1037"/>
          <ac:spMkLst>
            <pc:docMk/>
            <pc:sldMk cId="2238771569" sldId="258"/>
            <ac:spMk id="92" creationId="{994EECC2-7B6B-040E-C7BA-9E19DFFDA6DC}"/>
          </ac:spMkLst>
        </pc:spChg>
        <pc:spChg chg="add mod">
          <ac:chgData name="Boutilier,Matthew" userId="bd72e79b-012e-45c2-8c39-38f3a89857e7" providerId="ADAL" clId="{8C733FB2-0FD4-403E-B5F4-24370C6A3ABA}" dt="2025-11-13T02:50:05.416" v="2513" actId="1037"/>
          <ac:spMkLst>
            <pc:docMk/>
            <pc:sldMk cId="2238771569" sldId="258"/>
            <ac:spMk id="93" creationId="{BBB06C1C-AD69-4F66-1067-189632A1825D}"/>
          </ac:spMkLst>
        </pc:spChg>
        <pc:grpChg chg="add mod">
          <ac:chgData name="Boutilier,Matthew" userId="bd72e79b-012e-45c2-8c39-38f3a89857e7" providerId="ADAL" clId="{8C733FB2-0FD4-403E-B5F4-24370C6A3ABA}" dt="2025-11-13T00:03:40.073" v="788" actId="164"/>
          <ac:grpSpMkLst>
            <pc:docMk/>
            <pc:sldMk cId="2238771569" sldId="258"/>
            <ac:grpSpMk id="85" creationId="{302D1DBA-A754-ED81-485E-E7CBABDA4093}"/>
          </ac:grpSpMkLst>
        </pc:grpChg>
        <pc:grpChg chg="add mod">
          <ac:chgData name="Boutilier,Matthew" userId="bd72e79b-012e-45c2-8c39-38f3a89857e7" providerId="ADAL" clId="{8C733FB2-0FD4-403E-B5F4-24370C6A3ABA}" dt="2025-11-13T00:03:43.452" v="789" actId="164"/>
          <ac:grpSpMkLst>
            <pc:docMk/>
            <pc:sldMk cId="2238771569" sldId="258"/>
            <ac:grpSpMk id="86" creationId="{E7B183D1-10A8-09C6-DA39-FD338B3DC273}"/>
          </ac:grpSpMkLst>
        </pc:grpChg>
        <pc:grpChg chg="add mod">
          <ac:chgData name="Boutilier,Matthew" userId="bd72e79b-012e-45c2-8c39-38f3a89857e7" providerId="ADAL" clId="{8C733FB2-0FD4-403E-B5F4-24370C6A3ABA}" dt="2025-11-13T00:03:47.761" v="790" actId="164"/>
          <ac:grpSpMkLst>
            <pc:docMk/>
            <pc:sldMk cId="2238771569" sldId="258"/>
            <ac:grpSpMk id="87" creationId="{7704A894-A84B-B55C-1082-B3DBBCDD47EC}"/>
          </ac:grpSpMkLst>
        </pc:grpChg>
        <pc:grpChg chg="add mod">
          <ac:chgData name="Boutilier,Matthew" userId="bd72e79b-012e-45c2-8c39-38f3a89857e7" providerId="ADAL" clId="{8C733FB2-0FD4-403E-B5F4-24370C6A3ABA}" dt="2025-11-13T00:03:50.942" v="791" actId="164"/>
          <ac:grpSpMkLst>
            <pc:docMk/>
            <pc:sldMk cId="2238771569" sldId="258"/>
            <ac:grpSpMk id="88" creationId="{2A90C8E2-9402-6827-AB3B-9D433CA45D39}"/>
          </ac:grpSpMkLst>
        </pc:grpChg>
        <pc:picChg chg="add del mod topLvl">
          <ac:chgData name="Boutilier,Matthew" userId="bd72e79b-012e-45c2-8c39-38f3a89857e7" providerId="ADAL" clId="{8C733FB2-0FD4-403E-B5F4-24370C6A3ABA}" dt="2025-11-13T00:03:40.073" v="788" actId="164"/>
          <ac:picMkLst>
            <pc:docMk/>
            <pc:sldMk cId="2238771569" sldId="258"/>
            <ac:picMk id="12" creationId="{C9D69DFD-4F5D-C6B0-339A-8FD26F4F9296}"/>
          </ac:picMkLst>
        </pc:picChg>
        <pc:picChg chg="add mod topLvl">
          <ac:chgData name="Boutilier,Matthew" userId="bd72e79b-012e-45c2-8c39-38f3a89857e7" providerId="ADAL" clId="{8C733FB2-0FD4-403E-B5F4-24370C6A3ABA}" dt="2025-11-13T00:03:50.942" v="791" actId="164"/>
          <ac:picMkLst>
            <pc:docMk/>
            <pc:sldMk cId="2238771569" sldId="258"/>
            <ac:picMk id="14" creationId="{5C11484A-8953-CFFF-8714-C44614A6125F}"/>
          </ac:picMkLst>
        </pc:picChg>
        <pc:picChg chg="add mod topLvl">
          <ac:chgData name="Boutilier,Matthew" userId="bd72e79b-012e-45c2-8c39-38f3a89857e7" providerId="ADAL" clId="{8C733FB2-0FD4-403E-B5F4-24370C6A3ABA}" dt="2025-11-13T00:03:43.452" v="789" actId="164"/>
          <ac:picMkLst>
            <pc:docMk/>
            <pc:sldMk cId="2238771569" sldId="258"/>
            <ac:picMk id="16" creationId="{1CD4A39F-A768-A416-6511-F4237112E8BB}"/>
          </ac:picMkLst>
        </pc:picChg>
        <pc:picChg chg="add mod topLvl">
          <ac:chgData name="Boutilier,Matthew" userId="bd72e79b-012e-45c2-8c39-38f3a89857e7" providerId="ADAL" clId="{8C733FB2-0FD4-403E-B5F4-24370C6A3ABA}" dt="2025-11-13T00:03:47.761" v="790" actId="164"/>
          <ac:picMkLst>
            <pc:docMk/>
            <pc:sldMk cId="2238771569" sldId="258"/>
            <ac:picMk id="18" creationId="{CA7DCB69-61F4-4A2D-7261-9FC8F2DEE4C2}"/>
          </ac:picMkLst>
        </pc:picChg>
      </pc:sldChg>
      <pc:sldChg chg="addSp delSp modSp new mod modTransition modClrScheme chgLayout">
        <pc:chgData name="Boutilier,Matthew" userId="bd72e79b-012e-45c2-8c39-38f3a89857e7" providerId="ADAL" clId="{8C733FB2-0FD4-403E-B5F4-24370C6A3ABA}" dt="2025-11-13T02:51:05.145" v="2668" actId="478"/>
        <pc:sldMkLst>
          <pc:docMk/>
          <pc:sldMk cId="2271402731" sldId="259"/>
        </pc:sldMkLst>
        <pc:spChg chg="mod ord">
          <ac:chgData name="Boutilier,Matthew" userId="bd72e79b-012e-45c2-8c39-38f3a89857e7" providerId="ADAL" clId="{8C733FB2-0FD4-403E-B5F4-24370C6A3ABA}" dt="2025-11-13T00:37:33.027" v="934" actId="700"/>
          <ac:spMkLst>
            <pc:docMk/>
            <pc:sldMk cId="2271402731" sldId="259"/>
            <ac:spMk id="2" creationId="{FFBDC73F-5FAE-54CD-E91A-BEF232EC8705}"/>
          </ac:spMkLst>
        </pc:spChg>
        <pc:spChg chg="mod ord">
          <ac:chgData name="Boutilier,Matthew" userId="bd72e79b-012e-45c2-8c39-38f3a89857e7" providerId="ADAL" clId="{8C733FB2-0FD4-403E-B5F4-24370C6A3ABA}" dt="2025-11-13T01:03:18.230" v="1013" actId="114"/>
          <ac:spMkLst>
            <pc:docMk/>
            <pc:sldMk cId="2271402731" sldId="259"/>
            <ac:spMk id="3" creationId="{8485C7AC-722F-35AE-90FD-822A87862462}"/>
          </ac:spMkLst>
        </pc:spChg>
        <pc:spChg chg="add mod">
          <ac:chgData name="Boutilier,Matthew" userId="bd72e79b-012e-45c2-8c39-38f3a89857e7" providerId="ADAL" clId="{8C733FB2-0FD4-403E-B5F4-24370C6A3ABA}" dt="2025-11-13T01:03:46.260" v="1017" actId="1076"/>
          <ac:spMkLst>
            <pc:docMk/>
            <pc:sldMk cId="2271402731" sldId="259"/>
            <ac:spMk id="12" creationId="{877CAB04-495E-1215-3B55-5565B4A7465E}"/>
          </ac:spMkLst>
        </pc:spChg>
        <pc:picChg chg="add mod">
          <ac:chgData name="Boutilier,Matthew" userId="bd72e79b-012e-45c2-8c39-38f3a89857e7" providerId="ADAL" clId="{8C733FB2-0FD4-403E-B5F4-24370C6A3ABA}" dt="2025-11-13T00:43:31.272" v="964" actId="14100"/>
          <ac:picMkLst>
            <pc:docMk/>
            <pc:sldMk cId="2271402731" sldId="259"/>
            <ac:picMk id="10" creationId="{0A9DCE1A-9199-ED42-70EB-9CC8006F25A1}"/>
          </ac:picMkLst>
        </pc:picChg>
      </pc:sldChg>
      <pc:sldChg chg="addSp delSp modSp new mod modTransition">
        <pc:chgData name="Boutilier,Matthew" userId="bd72e79b-012e-45c2-8c39-38f3a89857e7" providerId="ADAL" clId="{8C733FB2-0FD4-403E-B5F4-24370C6A3ABA}" dt="2025-11-13T02:51:34.574" v="2746" actId="1036"/>
        <pc:sldMkLst>
          <pc:docMk/>
          <pc:sldMk cId="3077420199" sldId="260"/>
        </pc:sldMkLst>
        <pc:spChg chg="mod">
          <ac:chgData name="Boutilier,Matthew" userId="bd72e79b-012e-45c2-8c39-38f3a89857e7" providerId="ADAL" clId="{8C733FB2-0FD4-403E-B5F4-24370C6A3ABA}" dt="2025-11-13T01:24:31.670" v="1109" actId="20577"/>
          <ac:spMkLst>
            <pc:docMk/>
            <pc:sldMk cId="3077420199" sldId="260"/>
            <ac:spMk id="2" creationId="{27FB4E47-AD1A-A431-2AB9-F1AB9728257F}"/>
          </ac:spMkLst>
        </pc:spChg>
        <pc:spChg chg="mod">
          <ac:chgData name="Boutilier,Matthew" userId="bd72e79b-012e-45c2-8c39-38f3a89857e7" providerId="ADAL" clId="{8C733FB2-0FD4-403E-B5F4-24370C6A3ABA}" dt="2025-11-13T01:59:47.046" v="1210" actId="20577"/>
          <ac:spMkLst>
            <pc:docMk/>
            <pc:sldMk cId="3077420199" sldId="260"/>
            <ac:spMk id="3" creationId="{AD4AD65E-FCF8-5113-F633-08412253FB3F}"/>
          </ac:spMkLst>
        </pc:spChg>
        <pc:spChg chg="mod">
          <ac:chgData name="Boutilier,Matthew" userId="bd72e79b-012e-45c2-8c39-38f3a89857e7" providerId="ADAL" clId="{8C733FB2-0FD4-403E-B5F4-24370C6A3ABA}" dt="2025-11-13T02:01:44.828" v="1313" actId="20577"/>
          <ac:spMkLst>
            <pc:docMk/>
            <pc:sldMk cId="3077420199" sldId="260"/>
            <ac:spMk id="4" creationId="{EEC07B8F-3990-C8E6-CDA2-B693F35EE3A3}"/>
          </ac:spMkLst>
        </pc:spChg>
        <pc:spChg chg="add mod">
          <ac:chgData name="Boutilier,Matthew" userId="bd72e79b-012e-45c2-8c39-38f3a89857e7" providerId="ADAL" clId="{8C733FB2-0FD4-403E-B5F4-24370C6A3ABA}" dt="2025-11-13T02:51:17.635" v="2680"/>
          <ac:spMkLst>
            <pc:docMk/>
            <pc:sldMk cId="3077420199" sldId="260"/>
            <ac:spMk id="8" creationId="{081CB9D3-B6FA-0B34-F6DF-1F0E5B840923}"/>
          </ac:spMkLst>
        </pc:spChg>
        <pc:spChg chg="add mod">
          <ac:chgData name="Boutilier,Matthew" userId="bd72e79b-012e-45c2-8c39-38f3a89857e7" providerId="ADAL" clId="{8C733FB2-0FD4-403E-B5F4-24370C6A3ABA}" dt="2025-11-13T02:51:34.574" v="2746" actId="1036"/>
          <ac:spMkLst>
            <pc:docMk/>
            <pc:sldMk cId="3077420199" sldId="260"/>
            <ac:spMk id="9" creationId="{CDFEA31B-9D37-793A-D9C1-F2AD445D80E5}"/>
          </ac:spMkLst>
        </pc:spChg>
        <pc:spChg chg="add mod">
          <ac:chgData name="Boutilier,Matthew" userId="bd72e79b-012e-45c2-8c39-38f3a89857e7" providerId="ADAL" clId="{8C733FB2-0FD4-403E-B5F4-24370C6A3ABA}" dt="2025-11-13T02:51:34.574" v="2746" actId="1036"/>
          <ac:spMkLst>
            <pc:docMk/>
            <pc:sldMk cId="3077420199" sldId="260"/>
            <ac:spMk id="10" creationId="{BD84E909-717A-70BC-F12D-23BD89542997}"/>
          </ac:spMkLst>
        </pc:spChg>
        <pc:picChg chg="add mod">
          <ac:chgData name="Boutilier,Matthew" userId="bd72e79b-012e-45c2-8c39-38f3a89857e7" providerId="ADAL" clId="{8C733FB2-0FD4-403E-B5F4-24370C6A3ABA}" dt="2025-11-13T02:51:17.635" v="2680"/>
          <ac:picMkLst>
            <pc:docMk/>
            <pc:sldMk cId="3077420199" sldId="260"/>
            <ac:picMk id="7" creationId="{649ACE5A-65CC-B1EB-9590-8861AE532466}"/>
          </ac:picMkLst>
        </pc:picChg>
        <pc:picChg chg="add mod">
          <ac:chgData name="Boutilier,Matthew" userId="bd72e79b-012e-45c2-8c39-38f3a89857e7" providerId="ADAL" clId="{8C733FB2-0FD4-403E-B5F4-24370C6A3ABA}" dt="2025-11-13T02:51:34.574" v="2746" actId="1036"/>
          <ac:picMkLst>
            <pc:docMk/>
            <pc:sldMk cId="3077420199" sldId="260"/>
            <ac:picMk id="11" creationId="{26594378-498E-79E8-2756-ECD44609213E}"/>
          </ac:picMkLst>
        </pc:picChg>
        <pc:picChg chg="add mod">
          <ac:chgData name="Boutilier,Matthew" userId="bd72e79b-012e-45c2-8c39-38f3a89857e7" providerId="ADAL" clId="{8C733FB2-0FD4-403E-B5F4-24370C6A3ABA}" dt="2025-11-13T02:51:34.574" v="2746" actId="1036"/>
          <ac:picMkLst>
            <pc:docMk/>
            <pc:sldMk cId="3077420199" sldId="260"/>
            <ac:picMk id="12" creationId="{E11F0427-4BED-4D8D-37E5-15FB65E170C0}"/>
          </ac:picMkLst>
        </pc:picChg>
      </pc:sldChg>
      <pc:sldChg chg="addSp delSp modSp add mod ord modTransition">
        <pc:chgData name="Boutilier,Matthew" userId="bd72e79b-012e-45c2-8c39-38f3a89857e7" providerId="ADAL" clId="{8C733FB2-0FD4-403E-B5F4-24370C6A3ABA}" dt="2025-11-13T02:58:46.199" v="2919" actId="207"/>
        <pc:sldMkLst>
          <pc:docMk/>
          <pc:sldMk cId="443273358" sldId="261"/>
        </pc:sldMkLst>
        <pc:spChg chg="mod">
          <ac:chgData name="Boutilier,Matthew" userId="bd72e79b-012e-45c2-8c39-38f3a89857e7" providerId="ADAL" clId="{8C733FB2-0FD4-403E-B5F4-24370C6A3ABA}" dt="2025-11-13T02:03:12.643" v="1361" actId="20577"/>
          <ac:spMkLst>
            <pc:docMk/>
            <pc:sldMk cId="443273358" sldId="261"/>
            <ac:spMk id="2" creationId="{83F69193-5523-4672-D74D-FBFDA6FB2269}"/>
          </ac:spMkLst>
        </pc:spChg>
        <pc:spChg chg="mod ord topLvl">
          <ac:chgData name="Boutilier,Matthew" userId="bd72e79b-012e-45c2-8c39-38f3a89857e7" providerId="ADAL" clId="{8C733FB2-0FD4-403E-B5F4-24370C6A3ABA}" dt="2025-11-13T02:58:43.020" v="2918" actId="207"/>
          <ac:spMkLst>
            <pc:docMk/>
            <pc:sldMk cId="443273358" sldId="261"/>
            <ac:spMk id="34" creationId="{667F26D3-8BBF-2E30-A1AE-DD87B51DC92C}"/>
          </ac:spMkLst>
        </pc:spChg>
        <pc:spChg chg="mod ord topLvl">
          <ac:chgData name="Boutilier,Matthew" userId="bd72e79b-012e-45c2-8c39-38f3a89857e7" providerId="ADAL" clId="{8C733FB2-0FD4-403E-B5F4-24370C6A3ABA}" dt="2025-11-13T02:58:46.199" v="2919" actId="207"/>
          <ac:spMkLst>
            <pc:docMk/>
            <pc:sldMk cId="443273358" sldId="261"/>
            <ac:spMk id="37" creationId="{FE71C961-6C1F-791C-E975-51A2A0CE033B}"/>
          </ac:spMkLst>
        </pc:spChg>
        <pc:picChg chg="add mod">
          <ac:chgData name="Boutilier,Matthew" userId="bd72e79b-012e-45c2-8c39-38f3a89857e7" providerId="ADAL" clId="{8C733FB2-0FD4-403E-B5F4-24370C6A3ABA}" dt="2025-11-13T02:06:10.798" v="1431" actId="207"/>
          <ac:picMkLst>
            <pc:docMk/>
            <pc:sldMk cId="443273358" sldId="261"/>
            <ac:picMk id="4" creationId="{0E05F9A3-8EB7-AE51-B13B-145E653AAD19}"/>
          </ac:picMkLst>
        </pc:picChg>
        <pc:picChg chg="add mod">
          <ac:chgData name="Boutilier,Matthew" userId="bd72e79b-012e-45c2-8c39-38f3a89857e7" providerId="ADAL" clId="{8C733FB2-0FD4-403E-B5F4-24370C6A3ABA}" dt="2025-11-13T02:10:03.215" v="1439" actId="1076"/>
          <ac:picMkLst>
            <pc:docMk/>
            <pc:sldMk cId="443273358" sldId="261"/>
            <ac:picMk id="6" creationId="{FFE27626-47E9-D855-C16B-5C17A418C93C}"/>
          </ac:picMkLst>
        </pc:picChg>
      </pc:sldChg>
      <pc:sldChg chg="addSp modSp add mod ord modTransition">
        <pc:chgData name="Boutilier,Matthew" userId="bd72e79b-012e-45c2-8c39-38f3a89857e7" providerId="ADAL" clId="{8C733FB2-0FD4-403E-B5F4-24370C6A3ABA}" dt="2025-11-13T02:52:01.112" v="2884" actId="1076"/>
        <pc:sldMkLst>
          <pc:docMk/>
          <pc:sldMk cId="2948815276" sldId="262"/>
        </pc:sldMkLst>
        <pc:spChg chg="add mod">
          <ac:chgData name="Boutilier,Matthew" userId="bd72e79b-012e-45c2-8c39-38f3a89857e7" providerId="ADAL" clId="{8C733FB2-0FD4-403E-B5F4-24370C6A3ABA}" dt="2025-11-13T02:51:42.052" v="2818" actId="1035"/>
          <ac:spMkLst>
            <pc:docMk/>
            <pc:sldMk cId="2948815276" sldId="262"/>
            <ac:spMk id="2" creationId="{EBC88D9F-BD33-8D84-ACCC-E468363E16D4}"/>
          </ac:spMkLst>
        </pc:spChg>
        <pc:spChg chg="add mod">
          <ac:chgData name="Boutilier,Matthew" userId="bd72e79b-012e-45c2-8c39-38f3a89857e7" providerId="ADAL" clId="{8C733FB2-0FD4-403E-B5F4-24370C6A3ABA}" dt="2025-11-13T02:51:42.052" v="2818" actId="1035"/>
          <ac:spMkLst>
            <pc:docMk/>
            <pc:sldMk cId="2948815276" sldId="262"/>
            <ac:spMk id="3" creationId="{0A6F1217-0663-5EFE-AD14-2D619BB3C89F}"/>
          </ac:spMkLst>
        </pc:spChg>
        <pc:spChg chg="mod">
          <ac:chgData name="Boutilier,Matthew" userId="bd72e79b-012e-45c2-8c39-38f3a89857e7" providerId="ADAL" clId="{8C733FB2-0FD4-403E-B5F4-24370C6A3ABA}" dt="2025-11-13T02:11:05.494" v="1464" actId="20577"/>
          <ac:spMkLst>
            <pc:docMk/>
            <pc:sldMk cId="2948815276" sldId="262"/>
            <ac:spMk id="9" creationId="{10DF24E8-9AF9-E926-2B0F-E202D470A805}"/>
          </ac:spMkLst>
        </pc:spChg>
        <pc:spChg chg="mod">
          <ac:chgData name="Boutilier,Matthew" userId="bd72e79b-012e-45c2-8c39-38f3a89857e7" providerId="ADAL" clId="{8C733FB2-0FD4-403E-B5F4-24370C6A3ABA}" dt="2025-11-13T02:11:18.031" v="1483" actId="20577"/>
          <ac:spMkLst>
            <pc:docMk/>
            <pc:sldMk cId="2948815276" sldId="262"/>
            <ac:spMk id="10" creationId="{32F5088B-2462-E682-E1D6-AD7890240154}"/>
          </ac:spMkLst>
        </pc:spChg>
        <pc:picChg chg="add mod">
          <ac:chgData name="Boutilier,Matthew" userId="bd72e79b-012e-45c2-8c39-38f3a89857e7" providerId="ADAL" clId="{8C733FB2-0FD4-403E-B5F4-24370C6A3ABA}" dt="2025-11-13T02:51:42.052" v="2818" actId="1035"/>
          <ac:picMkLst>
            <pc:docMk/>
            <pc:sldMk cId="2948815276" sldId="262"/>
            <ac:picMk id="4" creationId="{550A47C1-94DD-D381-6C6F-311D79585D1B}"/>
          </ac:picMkLst>
        </pc:picChg>
        <pc:picChg chg="add mod">
          <ac:chgData name="Boutilier,Matthew" userId="bd72e79b-012e-45c2-8c39-38f3a89857e7" providerId="ADAL" clId="{8C733FB2-0FD4-403E-B5F4-24370C6A3ABA}" dt="2025-11-13T02:51:42.052" v="2818" actId="1035"/>
          <ac:picMkLst>
            <pc:docMk/>
            <pc:sldMk cId="2948815276" sldId="262"/>
            <ac:picMk id="6" creationId="{94DC8295-6A10-18C9-3A92-0A9A0BE5EC99}"/>
          </ac:picMkLst>
        </pc:picChg>
        <pc:picChg chg="add mod">
          <ac:chgData name="Boutilier,Matthew" userId="bd72e79b-012e-45c2-8c39-38f3a89857e7" providerId="ADAL" clId="{8C733FB2-0FD4-403E-B5F4-24370C6A3ABA}" dt="2025-11-13T02:52:01.112" v="2884" actId="1076"/>
          <ac:picMkLst>
            <pc:docMk/>
            <pc:sldMk cId="2948815276" sldId="262"/>
            <ac:picMk id="7" creationId="{D59FE992-334F-1B37-284B-0BAD281879DD}"/>
          </ac:picMkLst>
        </pc:picChg>
      </pc:sldChg>
      <pc:sldChg chg="addSp delSp modSp new mod modTransition">
        <pc:chgData name="Boutilier,Matthew" userId="bd72e79b-012e-45c2-8c39-38f3a89857e7" providerId="ADAL" clId="{8C733FB2-0FD4-403E-B5F4-24370C6A3ABA}" dt="2025-11-13T02:52:29.169" v="2894" actId="1076"/>
        <pc:sldMkLst>
          <pc:docMk/>
          <pc:sldMk cId="1851585393" sldId="263"/>
        </pc:sldMkLst>
        <pc:spChg chg="mod">
          <ac:chgData name="Boutilier,Matthew" userId="bd72e79b-012e-45c2-8c39-38f3a89857e7" providerId="ADAL" clId="{8C733FB2-0FD4-403E-B5F4-24370C6A3ABA}" dt="2025-11-13T02:18:51.989" v="1503" actId="20577"/>
          <ac:spMkLst>
            <pc:docMk/>
            <pc:sldMk cId="1851585393" sldId="263"/>
            <ac:spMk id="2" creationId="{E7A3280A-C6A5-8A78-76FD-7602BD35B676}"/>
          </ac:spMkLst>
        </pc:spChg>
        <pc:spChg chg="mod">
          <ac:chgData name="Boutilier,Matthew" userId="bd72e79b-012e-45c2-8c39-38f3a89857e7" providerId="ADAL" clId="{8C733FB2-0FD4-403E-B5F4-24370C6A3ABA}" dt="2025-11-13T02:20:33.327" v="1576" actId="12"/>
          <ac:spMkLst>
            <pc:docMk/>
            <pc:sldMk cId="1851585393" sldId="263"/>
            <ac:spMk id="4" creationId="{1FE306FA-3F44-D9D5-F4AA-09BDCC6ED942}"/>
          </ac:spMkLst>
        </pc:spChg>
        <pc:picChg chg="add mod">
          <ac:chgData name="Boutilier,Matthew" userId="bd72e79b-012e-45c2-8c39-38f3a89857e7" providerId="ADAL" clId="{8C733FB2-0FD4-403E-B5F4-24370C6A3ABA}" dt="2025-11-13T02:52:24.458" v="2893" actId="1076"/>
          <ac:picMkLst>
            <pc:docMk/>
            <pc:sldMk cId="1851585393" sldId="263"/>
            <ac:picMk id="6" creationId="{7C5B0275-0308-2307-2B21-BAEBA6736444}"/>
          </ac:picMkLst>
        </pc:picChg>
        <pc:picChg chg="add mod">
          <ac:chgData name="Boutilier,Matthew" userId="bd72e79b-012e-45c2-8c39-38f3a89857e7" providerId="ADAL" clId="{8C733FB2-0FD4-403E-B5F4-24370C6A3ABA}" dt="2025-11-13T02:52:29.169" v="2894" actId="1076"/>
          <ac:picMkLst>
            <pc:docMk/>
            <pc:sldMk cId="1851585393" sldId="263"/>
            <ac:picMk id="7" creationId="{7C99E688-E182-031B-8A3A-09814DDD5391}"/>
          </ac:picMkLst>
        </pc:picChg>
      </pc:sldChg>
      <pc:sldChg chg="addSp delSp modSp add mod modTransition">
        <pc:chgData name="Boutilier,Matthew" userId="bd72e79b-012e-45c2-8c39-38f3a89857e7" providerId="ADAL" clId="{8C733FB2-0FD4-403E-B5F4-24370C6A3ABA}" dt="2025-11-13T02:52:55.106" v="2896" actId="1076"/>
        <pc:sldMkLst>
          <pc:docMk/>
          <pc:sldMk cId="1909690419" sldId="264"/>
        </pc:sldMkLst>
        <pc:spChg chg="mod">
          <ac:chgData name="Boutilier,Matthew" userId="bd72e79b-012e-45c2-8c39-38f3a89857e7" providerId="ADAL" clId="{8C733FB2-0FD4-403E-B5F4-24370C6A3ABA}" dt="2025-11-13T02:22:07.603" v="1597" actId="20577"/>
          <ac:spMkLst>
            <pc:docMk/>
            <pc:sldMk cId="1909690419" sldId="264"/>
            <ac:spMk id="2" creationId="{EF5F91A0-9A9A-597C-3D70-ADB03B0B0D06}"/>
          </ac:spMkLst>
        </pc:spChg>
        <pc:spChg chg="mod">
          <ac:chgData name="Boutilier,Matthew" userId="bd72e79b-012e-45c2-8c39-38f3a89857e7" providerId="ADAL" clId="{8C733FB2-0FD4-403E-B5F4-24370C6A3ABA}" dt="2025-11-13T02:25:41.312" v="1673" actId="20577"/>
          <ac:spMkLst>
            <pc:docMk/>
            <pc:sldMk cId="1909690419" sldId="264"/>
            <ac:spMk id="4" creationId="{8DC5938C-84C7-6E09-3C9F-F0AA36688F60}"/>
          </ac:spMkLst>
        </pc:spChg>
        <pc:picChg chg="add mod">
          <ac:chgData name="Boutilier,Matthew" userId="bd72e79b-012e-45c2-8c39-38f3a89857e7" providerId="ADAL" clId="{8C733FB2-0FD4-403E-B5F4-24370C6A3ABA}" dt="2025-11-13T02:40:26.360" v="1958" actId="207"/>
          <ac:picMkLst>
            <pc:docMk/>
            <pc:sldMk cId="1909690419" sldId="264"/>
            <ac:picMk id="8" creationId="{9CA9B14D-99D6-1F66-93F2-EEB9DEEDD2C6}"/>
          </ac:picMkLst>
        </pc:picChg>
        <pc:picChg chg="add mod">
          <ac:chgData name="Boutilier,Matthew" userId="bd72e79b-012e-45c2-8c39-38f3a89857e7" providerId="ADAL" clId="{8C733FB2-0FD4-403E-B5F4-24370C6A3ABA}" dt="2025-11-13T02:52:11.080" v="2886" actId="1076"/>
          <ac:picMkLst>
            <pc:docMk/>
            <pc:sldMk cId="1909690419" sldId="264"/>
            <ac:picMk id="9" creationId="{1A99DE5B-B2A4-B0BA-B266-EA84F2F83964}"/>
          </ac:picMkLst>
        </pc:picChg>
        <pc:picChg chg="add mod">
          <ac:chgData name="Boutilier,Matthew" userId="bd72e79b-012e-45c2-8c39-38f3a89857e7" providerId="ADAL" clId="{8C733FB2-0FD4-403E-B5F4-24370C6A3ABA}" dt="2025-11-13T02:52:55.106" v="2896" actId="1076"/>
          <ac:picMkLst>
            <pc:docMk/>
            <pc:sldMk cId="1909690419" sldId="264"/>
            <ac:picMk id="10" creationId="{9DED401A-E0E1-99A4-3F3D-65B7F15036FF}"/>
          </ac:picMkLst>
        </pc:picChg>
      </pc:sldChg>
      <pc:sldChg chg="addSp delSp modSp add mod modTransition">
        <pc:chgData name="Boutilier,Matthew" userId="bd72e79b-012e-45c2-8c39-38f3a89857e7" providerId="ADAL" clId="{8C733FB2-0FD4-403E-B5F4-24370C6A3ABA}" dt="2025-11-13T02:53:31.655" v="2904" actId="1076"/>
        <pc:sldMkLst>
          <pc:docMk/>
          <pc:sldMk cId="3327709504" sldId="265"/>
        </pc:sldMkLst>
        <pc:spChg chg="mod">
          <ac:chgData name="Boutilier,Matthew" userId="bd72e79b-012e-45c2-8c39-38f3a89857e7" providerId="ADAL" clId="{8C733FB2-0FD4-403E-B5F4-24370C6A3ABA}" dt="2025-11-13T02:26:08.888" v="1698" actId="20577"/>
          <ac:spMkLst>
            <pc:docMk/>
            <pc:sldMk cId="3327709504" sldId="265"/>
            <ac:spMk id="2" creationId="{7C813556-6981-6E29-715A-116250D36B99}"/>
          </ac:spMkLst>
        </pc:spChg>
        <pc:spChg chg="mod">
          <ac:chgData name="Boutilier,Matthew" userId="bd72e79b-012e-45c2-8c39-38f3a89857e7" providerId="ADAL" clId="{8C733FB2-0FD4-403E-B5F4-24370C6A3ABA}" dt="2025-11-13T02:34:44.625" v="1875" actId="20577"/>
          <ac:spMkLst>
            <pc:docMk/>
            <pc:sldMk cId="3327709504" sldId="265"/>
            <ac:spMk id="4" creationId="{C8480AC3-3D07-099D-FAD9-4822787A54AE}"/>
          </ac:spMkLst>
        </pc:spChg>
        <pc:picChg chg="add mod">
          <ac:chgData name="Boutilier,Matthew" userId="bd72e79b-012e-45c2-8c39-38f3a89857e7" providerId="ADAL" clId="{8C733FB2-0FD4-403E-B5F4-24370C6A3ABA}" dt="2025-11-13T02:40:29.953" v="1959" actId="207"/>
          <ac:picMkLst>
            <pc:docMk/>
            <pc:sldMk cId="3327709504" sldId="265"/>
            <ac:picMk id="9" creationId="{B619867F-988B-8951-DAA0-86E7A5FBFA94}"/>
          </ac:picMkLst>
        </pc:picChg>
        <pc:picChg chg="add mod">
          <ac:chgData name="Boutilier,Matthew" userId="bd72e79b-012e-45c2-8c39-38f3a89857e7" providerId="ADAL" clId="{8C733FB2-0FD4-403E-B5F4-24370C6A3ABA}" dt="2025-11-13T02:53:12.978" v="2898" actId="1076"/>
          <ac:picMkLst>
            <pc:docMk/>
            <pc:sldMk cId="3327709504" sldId="265"/>
            <ac:picMk id="10" creationId="{4F258BBF-FF6F-16B4-69A1-B2FA58209F3B}"/>
          </ac:picMkLst>
        </pc:picChg>
      </pc:sldChg>
      <pc:sldChg chg="addSp delSp modSp add mod ord modTransition">
        <pc:chgData name="Boutilier,Matthew" userId="bd72e79b-012e-45c2-8c39-38f3a89857e7" providerId="ADAL" clId="{8C733FB2-0FD4-403E-B5F4-24370C6A3ABA}" dt="2025-11-13T02:58:35.892" v="2917" actId="207"/>
        <pc:sldMkLst>
          <pc:docMk/>
          <pc:sldMk cId="3822016013" sldId="266"/>
        </pc:sldMkLst>
        <pc:spChg chg="mod">
          <ac:chgData name="Boutilier,Matthew" userId="bd72e79b-012e-45c2-8c39-38f3a89857e7" providerId="ADAL" clId="{8C733FB2-0FD4-403E-B5F4-24370C6A3ABA}" dt="2025-11-13T02:53:24.179" v="2902" actId="1076"/>
          <ac:spMkLst>
            <pc:docMk/>
            <pc:sldMk cId="3822016013" sldId="266"/>
            <ac:spMk id="2" creationId="{F568CE46-9026-44C6-851E-408E8236434D}"/>
          </ac:spMkLst>
        </pc:spChg>
        <pc:spChg chg="mod">
          <ac:chgData name="Boutilier,Matthew" userId="bd72e79b-012e-45c2-8c39-38f3a89857e7" providerId="ADAL" clId="{8C733FB2-0FD4-403E-B5F4-24370C6A3ABA}" dt="2025-11-13T02:58:32.492" v="2916" actId="207"/>
          <ac:spMkLst>
            <pc:docMk/>
            <pc:sldMk cId="3822016013" sldId="266"/>
            <ac:spMk id="34" creationId="{0BA38121-2121-D72E-A031-DA948BE797B3}"/>
          </ac:spMkLst>
        </pc:spChg>
        <pc:spChg chg="mod">
          <ac:chgData name="Boutilier,Matthew" userId="bd72e79b-012e-45c2-8c39-38f3a89857e7" providerId="ADAL" clId="{8C733FB2-0FD4-403E-B5F4-24370C6A3ABA}" dt="2025-11-13T02:58:35.892" v="2917" actId="207"/>
          <ac:spMkLst>
            <pc:docMk/>
            <pc:sldMk cId="3822016013" sldId="266"/>
            <ac:spMk id="37" creationId="{9630C352-D665-52D8-5BA1-AC3E1810D1CC}"/>
          </ac:spMkLst>
        </pc:spChg>
        <pc:picChg chg="add mod ord">
          <ac:chgData name="Boutilier,Matthew" userId="bd72e79b-012e-45c2-8c39-38f3a89857e7" providerId="ADAL" clId="{8C733FB2-0FD4-403E-B5F4-24370C6A3ABA}" dt="2025-11-13T02:45:13.688" v="2054" actId="207"/>
          <ac:picMkLst>
            <pc:docMk/>
            <pc:sldMk cId="3822016013" sldId="266"/>
            <ac:picMk id="5" creationId="{27DFF7EB-E30F-F97D-6DB3-3A0A31180766}"/>
          </ac:picMkLst>
        </pc:picChg>
        <pc:picChg chg="add mod ord">
          <ac:chgData name="Boutilier,Matthew" userId="bd72e79b-012e-45c2-8c39-38f3a89857e7" providerId="ADAL" clId="{8C733FB2-0FD4-403E-B5F4-24370C6A3ABA}" dt="2025-11-13T02:45:13.688" v="2054" actId="207"/>
          <ac:picMkLst>
            <pc:docMk/>
            <pc:sldMk cId="3822016013" sldId="266"/>
            <ac:picMk id="8" creationId="{4314C200-D7F0-A2B7-E361-D9E6542A804F}"/>
          </ac:picMkLst>
        </pc:picChg>
      </pc:sldChg>
      <pc:sldChg chg="addSp delSp modSp new mod">
        <pc:chgData name="Boutilier,Matthew" userId="bd72e79b-012e-45c2-8c39-38f3a89857e7" providerId="ADAL" clId="{8C733FB2-0FD4-403E-B5F4-24370C6A3ABA}" dt="2025-11-13T02:55:07.307" v="2914" actId="20577"/>
        <pc:sldMkLst>
          <pc:docMk/>
          <pc:sldMk cId="1412959552" sldId="267"/>
        </pc:sldMkLst>
        <pc:spChg chg="add mod">
          <ac:chgData name="Boutilier,Matthew" userId="bd72e79b-012e-45c2-8c39-38f3a89857e7" providerId="ADAL" clId="{8C733FB2-0FD4-403E-B5F4-24370C6A3ABA}" dt="2025-11-13T02:55:03.610" v="2912" actId="20577"/>
          <ac:spMkLst>
            <pc:docMk/>
            <pc:sldMk cId="1412959552" sldId="267"/>
            <ac:spMk id="4" creationId="{809004BC-FBF2-9A05-E5E1-C6ECD63B07E1}"/>
          </ac:spMkLst>
        </pc:spChg>
        <pc:spChg chg="add mod">
          <ac:chgData name="Boutilier,Matthew" userId="bd72e79b-012e-45c2-8c39-38f3a89857e7" providerId="ADAL" clId="{8C733FB2-0FD4-403E-B5F4-24370C6A3ABA}" dt="2025-11-13T02:55:05.595" v="2913" actId="20577"/>
          <ac:spMkLst>
            <pc:docMk/>
            <pc:sldMk cId="1412959552" sldId="267"/>
            <ac:spMk id="5" creationId="{C6D98224-708D-4989-B264-AA36CAD161E8}"/>
          </ac:spMkLst>
        </pc:spChg>
        <pc:spChg chg="add mod">
          <ac:chgData name="Boutilier,Matthew" userId="bd72e79b-012e-45c2-8c39-38f3a89857e7" providerId="ADAL" clId="{8C733FB2-0FD4-403E-B5F4-24370C6A3ABA}" dt="2025-11-13T02:55:07.307" v="2914" actId="20577"/>
          <ac:spMkLst>
            <pc:docMk/>
            <pc:sldMk cId="1412959552" sldId="267"/>
            <ac:spMk id="8" creationId="{051298B3-314E-3576-15C7-BF3912FDBCCE}"/>
          </ac:spMkLst>
        </pc:spChg>
        <pc:picChg chg="add mod">
          <ac:chgData name="Boutilier,Matthew" userId="bd72e79b-012e-45c2-8c39-38f3a89857e7" providerId="ADAL" clId="{8C733FB2-0FD4-403E-B5F4-24370C6A3ABA}" dt="2025-11-13T02:54:35.291" v="2908" actId="207"/>
          <ac:picMkLst>
            <pc:docMk/>
            <pc:sldMk cId="1412959552" sldId="267"/>
            <ac:picMk id="6" creationId="{3E2F1A83-D194-F9EC-DE06-CED31400ABB7}"/>
          </ac:picMkLst>
        </pc:picChg>
        <pc:picChg chg="add mod">
          <ac:chgData name="Boutilier,Matthew" userId="bd72e79b-012e-45c2-8c39-38f3a89857e7" providerId="ADAL" clId="{8C733FB2-0FD4-403E-B5F4-24370C6A3ABA}" dt="2025-11-13T02:54:35.291" v="2908" actId="207"/>
          <ac:picMkLst>
            <pc:docMk/>
            <pc:sldMk cId="1412959552" sldId="267"/>
            <ac:picMk id="7" creationId="{7F380741-F831-AF25-07E4-D766D1B50EE6}"/>
          </ac:picMkLst>
        </pc:picChg>
      </pc:sldChg>
      <pc:sldMasterChg chg="delSp mod modTransition modSldLayout">
        <pc:chgData name="Boutilier,Matthew" userId="bd72e79b-012e-45c2-8c39-38f3a89857e7" providerId="ADAL" clId="{8C733FB2-0FD4-403E-B5F4-24370C6A3ABA}" dt="2025-11-13T02:48:29.061" v="2330"/>
        <pc:sldMasterMkLst>
          <pc:docMk/>
          <pc:sldMasterMk cId="1776832467" sldId="2147483708"/>
        </pc:sldMasterMkLst>
        <pc:sldLayoutChg chg="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2441559017" sldId="2147483709"/>
          </pc:sldLayoutMkLst>
        </pc:sldLayoutChg>
        <pc:sldLayoutChg chg="delSp mod 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3768191841" sldId="2147483710"/>
          </pc:sldLayoutMkLst>
        </pc:sldLayoutChg>
        <pc:sldLayoutChg chg="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2687977436" sldId="2147483711"/>
          </pc:sldLayoutMkLst>
        </pc:sldLayoutChg>
        <pc:sldLayoutChg chg="delSp mod 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3490849378" sldId="2147483712"/>
          </pc:sldLayoutMkLst>
        </pc:sldLayoutChg>
        <pc:sldLayoutChg chg="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3697433971" sldId="2147483713"/>
          </pc:sldLayoutMkLst>
        </pc:sldLayoutChg>
        <pc:sldLayoutChg chg="delSp mod 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3836631745" sldId="2147483714"/>
          </pc:sldLayoutMkLst>
        </pc:sldLayoutChg>
        <pc:sldLayoutChg chg="addSp delSp mod 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1107205608" sldId="2147483715"/>
          </pc:sldLayoutMkLst>
          <pc:picChg chg="add del">
            <ac:chgData name="Boutilier,Matthew" userId="bd72e79b-012e-45c2-8c39-38f3a89857e7" providerId="ADAL" clId="{8C733FB2-0FD4-403E-B5F4-24370C6A3ABA}" dt="2025-11-12T23:50:36.457" v="319" actId="478"/>
            <ac:picMkLst>
              <pc:docMk/>
              <pc:sldMasterMk cId="1776832467" sldId="2147483708"/>
              <pc:sldLayoutMk cId="1107205608" sldId="2147483715"/>
              <ac:picMk id="11" creationId="{E7B4AF60-AC65-3E7A-4A5D-EBF1A7030D9B}"/>
            </ac:picMkLst>
          </pc:picChg>
        </pc:sldLayoutChg>
        <pc:sldLayoutChg chg="delSp mod 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34535820" sldId="2147483716"/>
          </pc:sldLayoutMkLst>
        </pc:sldLayoutChg>
        <pc:sldLayoutChg chg="delSp mod 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3822266489" sldId="2147483717"/>
          </pc:sldLayoutMkLst>
        </pc:sldLayoutChg>
        <pc:sldLayoutChg chg="delSp mod 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1688458948" sldId="2147483718"/>
          </pc:sldLayoutMkLst>
        </pc:sldLayoutChg>
        <pc:sldLayoutChg chg="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2097720918" sldId="2147483719"/>
          </pc:sldLayoutMkLst>
        </pc:sldLayoutChg>
        <pc:sldLayoutChg chg="delSp mod 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981570804" sldId="2147483720"/>
          </pc:sldLayoutMkLst>
        </pc:sldLayoutChg>
        <pc:sldLayoutChg chg="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1685587553" sldId="2147483721"/>
          </pc:sldLayoutMkLst>
        </pc:sldLayoutChg>
        <pc:sldLayoutChg chg="delSp 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2643908525" sldId="2147483722"/>
          </pc:sldLayoutMkLst>
        </pc:sldLayoutChg>
        <pc:sldLayoutChg chg="delSp modTransition">
          <pc:chgData name="Boutilier,Matthew" userId="bd72e79b-012e-45c2-8c39-38f3a89857e7" providerId="ADAL" clId="{8C733FB2-0FD4-403E-B5F4-24370C6A3ABA}" dt="2025-11-13T02:48:29.061" v="2330"/>
          <pc:sldLayoutMkLst>
            <pc:docMk/>
            <pc:sldMasterMk cId="1776832467" sldId="2147483708"/>
            <pc:sldLayoutMk cId="2540726401" sldId="2147483723"/>
          </pc:sldLayoutMkLst>
        </pc:sldLayoutChg>
      </pc:sldMasterChg>
    </pc:docChg>
  </pc:docChgLst>
  <pc:docChgLst>
    <pc:chgData name="Boutilier,Matthew" userId="S::w0498901@campus.nscc.ca::bd72e79b-012e-45c2-8c39-38f3a89857e7" providerId="AD" clId="Web-{DBA9CD13-5A93-AD74-F22A-CECBA3D1A59D}"/>
    <pc:docChg chg="mod addSld modSld addMainMaster delMainMaster">
      <pc:chgData name="Boutilier,Matthew" userId="S::w0498901@campus.nscc.ca::bd72e79b-012e-45c2-8c39-38f3a89857e7" providerId="AD" clId="Web-{DBA9CD13-5A93-AD74-F22A-CECBA3D1A59D}" dt="2025-11-06T12:51:31.271" v="4"/>
      <pc:docMkLst>
        <pc:docMk/>
      </pc:docMkLst>
      <pc:sldChg chg="modSp mod modClrScheme chgLayout">
        <pc:chgData name="Boutilier,Matthew" userId="S::w0498901@campus.nscc.ca::bd72e79b-012e-45c2-8c39-38f3a89857e7" providerId="AD" clId="Web-{DBA9CD13-5A93-AD74-F22A-CECBA3D1A59D}" dt="2025-11-06T12:51:26.990" v="3"/>
        <pc:sldMkLst>
          <pc:docMk/>
          <pc:sldMk cId="109857222" sldId="256"/>
        </pc:sldMkLst>
        <pc:spChg chg="mod ord">
          <ac:chgData name="Boutilier,Matthew" userId="S::w0498901@campus.nscc.ca::bd72e79b-012e-45c2-8c39-38f3a89857e7" providerId="AD" clId="Web-{DBA9CD13-5A93-AD74-F22A-CECBA3D1A59D}" dt="2025-11-06T12:51:26.990" v="3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ClrScheme chgLayout">
        <pc:chgData name="Boutilier,Matthew" userId="S::w0498901@campus.nscc.ca::bd72e79b-012e-45c2-8c39-38f3a89857e7" providerId="AD" clId="Web-{DBA9CD13-5A93-AD74-F22A-CECBA3D1A59D}" dt="2025-11-06T12:51:31.271" v="4"/>
        <pc:sldMkLst>
          <pc:docMk/>
          <pc:sldMk cId="2710962811" sldId="257"/>
        </pc:sldMkLst>
        <pc:spChg chg="mod ord">
          <ac:chgData name="Boutilier,Matthew" userId="S::w0498901@campus.nscc.ca::bd72e79b-012e-45c2-8c39-38f3a89857e7" providerId="AD" clId="Web-{DBA9CD13-5A93-AD74-F22A-CECBA3D1A59D}" dt="2025-11-06T12:51:31.271" v="4"/>
          <ac:spMkLst>
            <pc:docMk/>
            <pc:sldMk cId="2710962811" sldId="257"/>
            <ac:spMk id="5" creationId="{F6DA5C4C-FAD1-8254-548B-7DF4B56B049B}"/>
          </ac:spMkLst>
        </pc:spChg>
      </pc:sldChg>
    </pc:docChg>
  </pc:docChgLst>
  <pc:docChgLst>
    <pc:chgData name="Boutilier,Matthew" userId="bd72e79b-012e-45c2-8c39-38f3a89857e7" providerId="ADAL" clId="{AA6782CE-46AC-413D-B7E0-3E73D51DFE37}"/>
    <pc:docChg chg="undo custSel addSld modSld sldOrd modMainMaster">
      <pc:chgData name="Boutilier,Matthew" userId="bd72e79b-012e-45c2-8c39-38f3a89857e7" providerId="ADAL" clId="{AA6782CE-46AC-413D-B7E0-3E73D51DFE37}" dt="2025-11-19T23:00:42.199" v="935" actId="1036"/>
      <pc:docMkLst>
        <pc:docMk/>
      </pc:docMkLst>
      <pc:sldChg chg="modSp mod">
        <pc:chgData name="Boutilier,Matthew" userId="bd72e79b-012e-45c2-8c39-38f3a89857e7" providerId="ADAL" clId="{AA6782CE-46AC-413D-B7E0-3E73D51DFE37}" dt="2025-11-19T22:23:05.738" v="41" actId="1076"/>
        <pc:sldMkLst>
          <pc:docMk/>
          <pc:sldMk cId="109857222" sldId="256"/>
        </pc:sldMkLst>
        <pc:spChg chg="mod">
          <ac:chgData name="Boutilier,Matthew" userId="bd72e79b-012e-45c2-8c39-38f3a89857e7" providerId="ADAL" clId="{AA6782CE-46AC-413D-B7E0-3E73D51DFE37}" dt="2025-11-06T13:03:25.025" v="37" actId="313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Boutilier,Matthew" userId="bd72e79b-012e-45c2-8c39-38f3a89857e7" providerId="ADAL" clId="{AA6782CE-46AC-413D-B7E0-3E73D51DFE37}" dt="2025-11-19T22:23:05.144" v="40" actId="1076"/>
          <ac:spMkLst>
            <pc:docMk/>
            <pc:sldMk cId="109857222" sldId="256"/>
            <ac:spMk id="5" creationId="{9F3996C6-42FD-1268-4E21-F75CC6D42811}"/>
          </ac:spMkLst>
        </pc:spChg>
        <pc:grpChg chg="mod">
          <ac:chgData name="Boutilier,Matthew" userId="bd72e79b-012e-45c2-8c39-38f3a89857e7" providerId="ADAL" clId="{AA6782CE-46AC-413D-B7E0-3E73D51DFE37}" dt="2025-11-19T22:23:05.738" v="41" actId="1076"/>
          <ac:grpSpMkLst>
            <pc:docMk/>
            <pc:sldMk cId="109857222" sldId="256"/>
            <ac:grpSpMk id="13" creationId="{A93ED60B-5524-B982-8828-3BDF561D40FB}"/>
          </ac:grpSpMkLst>
        </pc:grpChg>
      </pc:sldChg>
      <pc:sldChg chg="delSp mod">
        <pc:chgData name="Boutilier,Matthew" userId="bd72e79b-012e-45c2-8c39-38f3a89857e7" providerId="ADAL" clId="{AA6782CE-46AC-413D-B7E0-3E73D51DFE37}" dt="2025-11-19T22:25:11.648" v="59" actId="478"/>
        <pc:sldMkLst>
          <pc:docMk/>
          <pc:sldMk cId="3327709504" sldId="265"/>
        </pc:sldMkLst>
        <pc:spChg chg="del">
          <ac:chgData name="Boutilier,Matthew" userId="bd72e79b-012e-45c2-8c39-38f3a89857e7" providerId="ADAL" clId="{AA6782CE-46AC-413D-B7E0-3E73D51DFE37}" dt="2025-11-19T22:25:11.648" v="59" actId="478"/>
          <ac:spMkLst>
            <pc:docMk/>
            <pc:sldMk cId="3327709504" sldId="265"/>
            <ac:spMk id="11" creationId="{50C6F4D8-92A4-36F2-64C2-967BDF1DD612}"/>
          </ac:spMkLst>
        </pc:spChg>
        <pc:spChg chg="del">
          <ac:chgData name="Boutilier,Matthew" userId="bd72e79b-012e-45c2-8c39-38f3a89857e7" providerId="ADAL" clId="{AA6782CE-46AC-413D-B7E0-3E73D51DFE37}" dt="2025-11-19T22:25:11.648" v="59" actId="478"/>
          <ac:spMkLst>
            <pc:docMk/>
            <pc:sldMk cId="3327709504" sldId="265"/>
            <ac:spMk id="12" creationId="{E4F67A2C-51F0-8DFF-EB9F-4C495186230C}"/>
          </ac:spMkLst>
        </pc:spChg>
        <pc:picChg chg="del">
          <ac:chgData name="Boutilier,Matthew" userId="bd72e79b-012e-45c2-8c39-38f3a89857e7" providerId="ADAL" clId="{AA6782CE-46AC-413D-B7E0-3E73D51DFE37}" dt="2025-11-19T22:25:11.648" v="59" actId="478"/>
          <ac:picMkLst>
            <pc:docMk/>
            <pc:sldMk cId="3327709504" sldId="265"/>
            <ac:picMk id="13" creationId="{38476DA5-FEAF-0B34-5E5C-45E5D4EE9EA4}"/>
          </ac:picMkLst>
        </pc:picChg>
        <pc:picChg chg="del">
          <ac:chgData name="Boutilier,Matthew" userId="bd72e79b-012e-45c2-8c39-38f3a89857e7" providerId="ADAL" clId="{AA6782CE-46AC-413D-B7E0-3E73D51DFE37}" dt="2025-11-19T22:25:11.648" v="59" actId="478"/>
          <ac:picMkLst>
            <pc:docMk/>
            <pc:sldMk cId="3327709504" sldId="265"/>
            <ac:picMk id="14" creationId="{71E76E78-55A7-5A4E-F1D3-97204453A20A}"/>
          </ac:picMkLst>
        </pc:picChg>
      </pc:sldChg>
      <pc:sldChg chg="addSp delSp modSp mod">
        <pc:chgData name="Boutilier,Matthew" userId="bd72e79b-012e-45c2-8c39-38f3a89857e7" providerId="ADAL" clId="{AA6782CE-46AC-413D-B7E0-3E73D51DFE37}" dt="2025-11-19T22:41:39.088" v="479" actId="1035"/>
        <pc:sldMkLst>
          <pc:docMk/>
          <pc:sldMk cId="3822016013" sldId="266"/>
        </pc:sldMkLst>
        <pc:picChg chg="add mod">
          <ac:chgData name="Boutilier,Matthew" userId="bd72e79b-012e-45c2-8c39-38f3a89857e7" providerId="ADAL" clId="{AA6782CE-46AC-413D-B7E0-3E73D51DFE37}" dt="2025-11-19T22:41:39.088" v="479" actId="1035"/>
          <ac:picMkLst>
            <pc:docMk/>
            <pc:sldMk cId="3822016013" sldId="266"/>
            <ac:picMk id="3" creationId="{16202D63-1D58-34F7-732F-0C3BF6AEC702}"/>
          </ac:picMkLst>
        </pc:picChg>
        <pc:picChg chg="del">
          <ac:chgData name="Boutilier,Matthew" userId="bd72e79b-012e-45c2-8c39-38f3a89857e7" providerId="ADAL" clId="{AA6782CE-46AC-413D-B7E0-3E73D51DFE37}" dt="2025-11-19T22:25:03.150" v="57" actId="21"/>
          <ac:picMkLst>
            <pc:docMk/>
            <pc:sldMk cId="3822016013" sldId="266"/>
            <ac:picMk id="9" creationId="{532F1B0C-79FC-5F5A-E768-68B94D9896B5}"/>
          </ac:picMkLst>
        </pc:picChg>
      </pc:sldChg>
      <pc:sldChg chg="addSp delSp modSp add mod ord">
        <pc:chgData name="Boutilier,Matthew" userId="bd72e79b-012e-45c2-8c39-38f3a89857e7" providerId="ADAL" clId="{AA6782CE-46AC-413D-B7E0-3E73D51DFE37}" dt="2025-11-19T22:57:22.161" v="618" actId="1035"/>
        <pc:sldMkLst>
          <pc:docMk/>
          <pc:sldMk cId="1242530490" sldId="268"/>
        </pc:sldMkLst>
        <pc:spChg chg="del">
          <ac:chgData name="Boutilier,Matthew" userId="bd72e79b-012e-45c2-8c39-38f3a89857e7" providerId="ADAL" clId="{AA6782CE-46AC-413D-B7E0-3E73D51DFE37}" dt="2025-11-19T22:24:38.638" v="53" actId="478"/>
          <ac:spMkLst>
            <pc:docMk/>
            <pc:sldMk cId="1242530490" sldId="268"/>
            <ac:spMk id="2" creationId="{CADE1D0B-003A-B6DB-97A9-BD6B53341FF5}"/>
          </ac:spMkLst>
        </pc:spChg>
        <pc:spChg chg="del">
          <ac:chgData name="Boutilier,Matthew" userId="bd72e79b-012e-45c2-8c39-38f3a89857e7" providerId="ADAL" clId="{AA6782CE-46AC-413D-B7E0-3E73D51DFE37}" dt="2025-11-19T22:24:38.638" v="53" actId="478"/>
          <ac:spMkLst>
            <pc:docMk/>
            <pc:sldMk cId="1242530490" sldId="268"/>
            <ac:spMk id="3" creationId="{222F277E-2165-B656-D14E-53A08BD63C51}"/>
          </ac:spMkLst>
        </pc:spChg>
        <pc:spChg chg="add mod">
          <ac:chgData name="Boutilier,Matthew" userId="bd72e79b-012e-45c2-8c39-38f3a89857e7" providerId="ADAL" clId="{AA6782CE-46AC-413D-B7E0-3E73D51DFE37}" dt="2025-11-19T22:24:52.487" v="56"/>
          <ac:spMkLst>
            <pc:docMk/>
            <pc:sldMk cId="1242530490" sldId="268"/>
            <ac:spMk id="8" creationId="{C9E39448-CAF4-EF31-66B2-8ACC7D93AACC}"/>
          </ac:spMkLst>
        </pc:spChg>
        <pc:spChg chg="mod">
          <ac:chgData name="Boutilier,Matthew" userId="bd72e79b-012e-45c2-8c39-38f3a89857e7" providerId="ADAL" clId="{AA6782CE-46AC-413D-B7E0-3E73D51DFE37}" dt="2025-11-19T22:24:11.512" v="52" actId="20577"/>
          <ac:spMkLst>
            <pc:docMk/>
            <pc:sldMk cId="1242530490" sldId="268"/>
            <ac:spMk id="9" creationId="{44656CA8-8A52-5493-8CF1-66B7129491BC}"/>
          </ac:spMkLst>
        </pc:spChg>
        <pc:spChg chg="add mod">
          <ac:chgData name="Boutilier,Matthew" userId="bd72e79b-012e-45c2-8c39-38f3a89857e7" providerId="ADAL" clId="{AA6782CE-46AC-413D-B7E0-3E73D51DFE37}" dt="2025-11-19T22:24:52.487" v="56"/>
          <ac:spMkLst>
            <pc:docMk/>
            <pc:sldMk cId="1242530490" sldId="268"/>
            <ac:spMk id="11" creationId="{5675BA3F-3336-1A06-4288-5544DDBEB3C6}"/>
          </ac:spMkLst>
        </pc:spChg>
        <pc:spChg chg="add del mod">
          <ac:chgData name="Boutilier,Matthew" userId="bd72e79b-012e-45c2-8c39-38f3a89857e7" providerId="ADAL" clId="{AA6782CE-46AC-413D-B7E0-3E73D51DFE37}" dt="2025-11-19T22:55:51.992" v="539" actId="21"/>
          <ac:spMkLst>
            <pc:docMk/>
            <pc:sldMk cId="1242530490" sldId="268"/>
            <ac:spMk id="16" creationId="{1EC72D60-28B1-4DD1-3A46-ECEFC038F773}"/>
          </ac:spMkLst>
        </pc:spChg>
        <pc:spChg chg="add del mod ord">
          <ac:chgData name="Boutilier,Matthew" userId="bd72e79b-012e-45c2-8c39-38f3a89857e7" providerId="ADAL" clId="{AA6782CE-46AC-413D-B7E0-3E73D51DFE37}" dt="2025-11-19T22:56:00.026" v="542" actId="21"/>
          <ac:spMkLst>
            <pc:docMk/>
            <pc:sldMk cId="1242530490" sldId="268"/>
            <ac:spMk id="17" creationId="{1EC72D60-28B1-4DD1-3A46-ECEFC038F773}"/>
          </ac:spMkLst>
        </pc:spChg>
        <pc:spChg chg="add mod">
          <ac:chgData name="Boutilier,Matthew" userId="bd72e79b-012e-45c2-8c39-38f3a89857e7" providerId="ADAL" clId="{AA6782CE-46AC-413D-B7E0-3E73D51DFE37}" dt="2025-11-19T22:57:22.161" v="618" actId="1035"/>
          <ac:spMkLst>
            <pc:docMk/>
            <pc:sldMk cId="1242530490" sldId="268"/>
            <ac:spMk id="18" creationId="{4F003BB5-4BFC-AA2C-D53E-504BA71989E3}"/>
          </ac:spMkLst>
        </pc:spChg>
        <pc:picChg chg="del">
          <ac:chgData name="Boutilier,Matthew" userId="bd72e79b-012e-45c2-8c39-38f3a89857e7" providerId="ADAL" clId="{AA6782CE-46AC-413D-B7E0-3E73D51DFE37}" dt="2025-11-19T22:24:42.162" v="55" actId="478"/>
          <ac:picMkLst>
            <pc:docMk/>
            <pc:sldMk cId="1242530490" sldId="268"/>
            <ac:picMk id="4" creationId="{6C6C127A-7118-E291-25AC-E1549C637864}"/>
          </ac:picMkLst>
        </pc:picChg>
        <pc:picChg chg="del">
          <ac:chgData name="Boutilier,Matthew" userId="bd72e79b-012e-45c2-8c39-38f3a89857e7" providerId="ADAL" clId="{AA6782CE-46AC-413D-B7E0-3E73D51DFE37}" dt="2025-11-19T22:24:41.009" v="54" actId="478"/>
          <ac:picMkLst>
            <pc:docMk/>
            <pc:sldMk cId="1242530490" sldId="268"/>
            <ac:picMk id="6" creationId="{FB36777E-4E11-1D33-53AA-61FFFF8F50E0}"/>
          </ac:picMkLst>
        </pc:picChg>
        <pc:picChg chg="del">
          <ac:chgData name="Boutilier,Matthew" userId="bd72e79b-012e-45c2-8c39-38f3a89857e7" providerId="ADAL" clId="{AA6782CE-46AC-413D-B7E0-3E73D51DFE37}" dt="2025-11-19T22:24:38.638" v="53" actId="478"/>
          <ac:picMkLst>
            <pc:docMk/>
            <pc:sldMk cId="1242530490" sldId="268"/>
            <ac:picMk id="7" creationId="{82CDFEEC-4A08-75FE-47FD-525EF77783D9}"/>
          </ac:picMkLst>
        </pc:picChg>
        <pc:picChg chg="add mod">
          <ac:chgData name="Boutilier,Matthew" userId="bd72e79b-012e-45c2-8c39-38f3a89857e7" providerId="ADAL" clId="{AA6782CE-46AC-413D-B7E0-3E73D51DFE37}" dt="2025-11-19T22:24:52.487" v="56"/>
          <ac:picMkLst>
            <pc:docMk/>
            <pc:sldMk cId="1242530490" sldId="268"/>
            <ac:picMk id="12" creationId="{3D2ABABD-2EC8-EBEE-281B-009020DD2D2E}"/>
          </ac:picMkLst>
        </pc:picChg>
        <pc:picChg chg="add mod">
          <ac:chgData name="Boutilier,Matthew" userId="bd72e79b-012e-45c2-8c39-38f3a89857e7" providerId="ADAL" clId="{AA6782CE-46AC-413D-B7E0-3E73D51DFE37}" dt="2025-11-19T22:24:52.487" v="56"/>
          <ac:picMkLst>
            <pc:docMk/>
            <pc:sldMk cId="1242530490" sldId="268"/>
            <ac:picMk id="13" creationId="{611392E6-FA69-529A-D5FA-3262D73EE879}"/>
          </ac:picMkLst>
        </pc:picChg>
        <pc:picChg chg="add mod">
          <ac:chgData name="Boutilier,Matthew" userId="bd72e79b-012e-45c2-8c39-38f3a89857e7" providerId="ADAL" clId="{AA6782CE-46AC-413D-B7E0-3E73D51DFE37}" dt="2025-11-19T22:25:04.879" v="58"/>
          <ac:picMkLst>
            <pc:docMk/>
            <pc:sldMk cId="1242530490" sldId="268"/>
            <ac:picMk id="14" creationId="{532F1B0C-79FC-5F5A-E768-68B94D9896B5}"/>
          </ac:picMkLst>
        </pc:picChg>
        <pc:picChg chg="add del mod">
          <ac:chgData name="Boutilier,Matthew" userId="bd72e79b-012e-45c2-8c39-38f3a89857e7" providerId="ADAL" clId="{AA6782CE-46AC-413D-B7E0-3E73D51DFE37}" dt="2025-11-19T22:56:00.026" v="542" actId="21"/>
          <ac:picMkLst>
            <pc:docMk/>
            <pc:sldMk cId="1242530490" sldId="268"/>
            <ac:picMk id="15" creationId="{E68642B2-3C60-B8D3-7944-B0A623C0371D}"/>
          </ac:picMkLst>
        </pc:picChg>
        <pc:picChg chg="add mod">
          <ac:chgData name="Boutilier,Matthew" userId="bd72e79b-012e-45c2-8c39-38f3a89857e7" providerId="ADAL" clId="{AA6782CE-46AC-413D-B7E0-3E73D51DFE37}" dt="2025-11-19T22:57:22.161" v="618" actId="1035"/>
          <ac:picMkLst>
            <pc:docMk/>
            <pc:sldMk cId="1242530490" sldId="268"/>
            <ac:picMk id="19" creationId="{14565C97-DA2B-3BE1-8D9F-384226865F3D}"/>
          </ac:picMkLst>
        </pc:picChg>
      </pc:sldChg>
      <pc:sldChg chg="addSp delSp modSp new mod">
        <pc:chgData name="Boutilier,Matthew" userId="bd72e79b-012e-45c2-8c39-38f3a89857e7" providerId="ADAL" clId="{AA6782CE-46AC-413D-B7E0-3E73D51DFE37}" dt="2025-11-19T23:00:30.679" v="868" actId="1035"/>
        <pc:sldMkLst>
          <pc:docMk/>
          <pc:sldMk cId="1746202695" sldId="269"/>
        </pc:sldMkLst>
        <pc:spChg chg="del">
          <ac:chgData name="Boutilier,Matthew" userId="bd72e79b-012e-45c2-8c39-38f3a89857e7" providerId="ADAL" clId="{AA6782CE-46AC-413D-B7E0-3E73D51DFE37}" dt="2025-11-19T22:26:11.529" v="62" actId="478"/>
          <ac:spMkLst>
            <pc:docMk/>
            <pc:sldMk cId="1746202695" sldId="269"/>
            <ac:spMk id="2" creationId="{FFFD9512-C5BC-C37E-D1CD-26DF3D1EE75B}"/>
          </ac:spMkLst>
        </pc:spChg>
        <pc:spChg chg="del">
          <ac:chgData name="Boutilier,Matthew" userId="bd72e79b-012e-45c2-8c39-38f3a89857e7" providerId="ADAL" clId="{AA6782CE-46AC-413D-B7E0-3E73D51DFE37}" dt="2025-11-19T22:26:07.268" v="61" actId="22"/>
          <ac:spMkLst>
            <pc:docMk/>
            <pc:sldMk cId="1746202695" sldId="269"/>
            <ac:spMk id="3" creationId="{DC4A03D2-954D-8165-F603-F0C269632E43}"/>
          </ac:spMkLst>
        </pc:spChg>
        <pc:spChg chg="add del mod ord">
          <ac:chgData name="Boutilier,Matthew" userId="bd72e79b-012e-45c2-8c39-38f3a89857e7" providerId="ADAL" clId="{AA6782CE-46AC-413D-B7E0-3E73D51DFE37}" dt="2025-11-19T22:56:28.103" v="546" actId="21"/>
          <ac:spMkLst>
            <pc:docMk/>
            <pc:sldMk cId="1746202695" sldId="269"/>
            <ac:spMk id="6" creationId="{7CF0A4A7-F414-3D2C-76F7-EF6777325FB7}"/>
          </ac:spMkLst>
        </pc:spChg>
        <pc:spChg chg="add del mod">
          <ac:chgData name="Boutilier,Matthew" userId="bd72e79b-012e-45c2-8c39-38f3a89857e7" providerId="ADAL" clId="{AA6782CE-46AC-413D-B7E0-3E73D51DFE37}" dt="2025-11-19T22:56:28.103" v="546" actId="21"/>
          <ac:spMkLst>
            <pc:docMk/>
            <pc:sldMk cId="1746202695" sldId="269"/>
            <ac:spMk id="9" creationId="{EA3CFFC9-3F6B-D5B3-63CF-430ED12DF18C}"/>
          </ac:spMkLst>
        </pc:spChg>
        <pc:spChg chg="add del mod">
          <ac:chgData name="Boutilier,Matthew" userId="bd72e79b-012e-45c2-8c39-38f3a89857e7" providerId="ADAL" clId="{AA6782CE-46AC-413D-B7E0-3E73D51DFE37}" dt="2025-11-19T23:00:12.016" v="723" actId="478"/>
          <ac:spMkLst>
            <pc:docMk/>
            <pc:sldMk cId="1746202695" sldId="269"/>
            <ac:spMk id="10" creationId="{7BF2DBB1-DC45-3D82-1EA3-B14B3A637E57}"/>
          </ac:spMkLst>
        </pc:spChg>
        <pc:spChg chg="add mod">
          <ac:chgData name="Boutilier,Matthew" userId="bd72e79b-012e-45c2-8c39-38f3a89857e7" providerId="ADAL" clId="{AA6782CE-46AC-413D-B7E0-3E73D51DFE37}" dt="2025-11-19T23:00:30.679" v="868" actId="1035"/>
          <ac:spMkLst>
            <pc:docMk/>
            <pc:sldMk cId="1746202695" sldId="269"/>
            <ac:spMk id="12" creationId="{A12CA79A-2BF6-2095-4D89-37467CACDB26}"/>
          </ac:spMkLst>
        </pc:spChg>
        <pc:spChg chg="add del mod">
          <ac:chgData name="Boutilier,Matthew" userId="bd72e79b-012e-45c2-8c39-38f3a89857e7" providerId="ADAL" clId="{AA6782CE-46AC-413D-B7E0-3E73D51DFE37}" dt="2025-11-19T22:56:32.930" v="549" actId="21"/>
          <ac:spMkLst>
            <pc:docMk/>
            <pc:sldMk cId="1746202695" sldId="269"/>
            <ac:spMk id="17" creationId="{1EC72D60-28B1-4DD1-3A46-ECEFC038F773}"/>
          </ac:spMkLst>
        </pc:spChg>
        <pc:picChg chg="add del mod ord">
          <ac:chgData name="Boutilier,Matthew" userId="bd72e79b-012e-45c2-8c39-38f3a89857e7" providerId="ADAL" clId="{AA6782CE-46AC-413D-B7E0-3E73D51DFE37}" dt="2025-11-19T22:57:12.656" v="551" actId="1076"/>
          <ac:picMkLst>
            <pc:docMk/>
            <pc:sldMk cId="1746202695" sldId="269"/>
            <ac:picMk id="5" creationId="{117113C1-D5E5-4B8C-36D3-23EA2EA0B6E1}"/>
          </ac:picMkLst>
        </pc:picChg>
        <pc:picChg chg="add del mod">
          <ac:chgData name="Boutilier,Matthew" userId="bd72e79b-012e-45c2-8c39-38f3a89857e7" providerId="ADAL" clId="{AA6782CE-46AC-413D-B7E0-3E73D51DFE37}" dt="2025-11-19T22:56:50.912" v="550" actId="21"/>
          <ac:picMkLst>
            <pc:docMk/>
            <pc:sldMk cId="1746202695" sldId="269"/>
            <ac:picMk id="7" creationId="{C1DA9E74-D0B8-1C34-B80D-13B9044BD6C8}"/>
          </ac:picMkLst>
        </pc:picChg>
        <pc:picChg chg="add del mod">
          <ac:chgData name="Boutilier,Matthew" userId="bd72e79b-012e-45c2-8c39-38f3a89857e7" providerId="ADAL" clId="{AA6782CE-46AC-413D-B7E0-3E73D51DFE37}" dt="2025-11-19T23:00:12.016" v="723" actId="478"/>
          <ac:picMkLst>
            <pc:docMk/>
            <pc:sldMk cId="1746202695" sldId="269"/>
            <ac:picMk id="11" creationId="{8C04535F-EE21-4541-8D8B-301582788813}"/>
          </ac:picMkLst>
        </pc:picChg>
        <pc:picChg chg="add mod">
          <ac:chgData name="Boutilier,Matthew" userId="bd72e79b-012e-45c2-8c39-38f3a89857e7" providerId="ADAL" clId="{AA6782CE-46AC-413D-B7E0-3E73D51DFE37}" dt="2025-11-19T23:00:30.679" v="868" actId="1035"/>
          <ac:picMkLst>
            <pc:docMk/>
            <pc:sldMk cId="1746202695" sldId="269"/>
            <ac:picMk id="13" creationId="{7220267C-B777-28CA-3C62-5D9B8E0F14E8}"/>
          </ac:picMkLst>
        </pc:picChg>
        <pc:picChg chg="add del mod">
          <ac:chgData name="Boutilier,Matthew" userId="bd72e79b-012e-45c2-8c39-38f3a89857e7" providerId="ADAL" clId="{AA6782CE-46AC-413D-B7E0-3E73D51DFE37}" dt="2025-11-19T22:56:32.930" v="549" actId="21"/>
          <ac:picMkLst>
            <pc:docMk/>
            <pc:sldMk cId="1746202695" sldId="269"/>
            <ac:picMk id="15" creationId="{E68642B2-3C60-B8D3-7944-B0A623C0371D}"/>
          </ac:picMkLst>
        </pc:picChg>
      </pc:sldChg>
      <pc:sldChg chg="addSp delSp modSp add mod modClrScheme chgLayout">
        <pc:chgData name="Boutilier,Matthew" userId="bd72e79b-012e-45c2-8c39-38f3a89857e7" providerId="ADAL" clId="{AA6782CE-46AC-413D-B7E0-3E73D51DFE37}" dt="2025-11-19T23:00:42.199" v="935" actId="1036"/>
        <pc:sldMkLst>
          <pc:docMk/>
          <pc:sldMk cId="694110168" sldId="270"/>
        </pc:sldMkLst>
        <pc:spChg chg="add del mod">
          <ac:chgData name="Boutilier,Matthew" userId="bd72e79b-012e-45c2-8c39-38f3a89857e7" providerId="ADAL" clId="{AA6782CE-46AC-413D-B7E0-3E73D51DFE37}" dt="2025-11-19T22:37:16.658" v="150" actId="478"/>
          <ac:spMkLst>
            <pc:docMk/>
            <pc:sldMk cId="694110168" sldId="270"/>
            <ac:spMk id="3" creationId="{FDA9F6C8-C681-04A6-2E83-118F6A826ECC}"/>
          </ac:spMkLst>
        </pc:spChg>
        <pc:spChg chg="add del mod">
          <ac:chgData name="Boutilier,Matthew" userId="bd72e79b-012e-45c2-8c39-38f3a89857e7" providerId="ADAL" clId="{AA6782CE-46AC-413D-B7E0-3E73D51DFE37}" dt="2025-11-19T22:40:08.853" v="184" actId="14100"/>
          <ac:spMkLst>
            <pc:docMk/>
            <pc:sldMk cId="694110168" sldId="270"/>
            <ac:spMk id="6" creationId="{DB77ADDD-3F17-4738-F964-C12E4552453A}"/>
          </ac:spMkLst>
        </pc:spChg>
        <pc:spChg chg="add del mod ord">
          <ac:chgData name="Boutilier,Matthew" userId="bd72e79b-012e-45c2-8c39-38f3a89857e7" providerId="ADAL" clId="{AA6782CE-46AC-413D-B7E0-3E73D51DFE37}" dt="2025-11-19T22:39:22.010" v="171" actId="1076"/>
          <ac:spMkLst>
            <pc:docMk/>
            <pc:sldMk cId="694110168" sldId="270"/>
            <ac:spMk id="8" creationId="{DC3064AB-54FF-A865-B938-C345848757CF}"/>
          </ac:spMkLst>
        </pc:spChg>
        <pc:spChg chg="add del mod ord">
          <ac:chgData name="Boutilier,Matthew" userId="bd72e79b-012e-45c2-8c39-38f3a89857e7" providerId="ADAL" clId="{AA6782CE-46AC-413D-B7E0-3E73D51DFE37}" dt="2025-11-19T22:39:57.841" v="180" actId="700"/>
          <ac:spMkLst>
            <pc:docMk/>
            <pc:sldMk cId="694110168" sldId="270"/>
            <ac:spMk id="9" creationId="{00711D9C-2BF2-7225-1A14-8493FB6EBF1B}"/>
          </ac:spMkLst>
        </pc:spChg>
        <pc:spChg chg="add del mod ord">
          <ac:chgData name="Boutilier,Matthew" userId="bd72e79b-012e-45c2-8c39-38f3a89857e7" providerId="ADAL" clId="{AA6782CE-46AC-413D-B7E0-3E73D51DFE37}" dt="2025-11-19T22:39:57.841" v="180" actId="700"/>
          <ac:spMkLst>
            <pc:docMk/>
            <pc:sldMk cId="694110168" sldId="270"/>
            <ac:spMk id="10" creationId="{6F256209-D713-3EC2-3104-325C1F5F872D}"/>
          </ac:spMkLst>
        </pc:spChg>
        <pc:spChg chg="add del mod ord">
          <ac:chgData name="Boutilier,Matthew" userId="bd72e79b-012e-45c2-8c39-38f3a89857e7" providerId="ADAL" clId="{AA6782CE-46AC-413D-B7E0-3E73D51DFE37}" dt="2025-11-19T22:40:00.434" v="181" actId="478"/>
          <ac:spMkLst>
            <pc:docMk/>
            <pc:sldMk cId="694110168" sldId="270"/>
            <ac:spMk id="11" creationId="{59255006-4903-6CA0-7D3E-25FB89A94983}"/>
          </ac:spMkLst>
        </pc:spChg>
        <pc:spChg chg="add del mod ord">
          <ac:chgData name="Boutilier,Matthew" userId="bd72e79b-012e-45c2-8c39-38f3a89857e7" providerId="ADAL" clId="{AA6782CE-46AC-413D-B7E0-3E73D51DFE37}" dt="2025-11-19T22:40:03.327" v="182" actId="478"/>
          <ac:spMkLst>
            <pc:docMk/>
            <pc:sldMk cId="694110168" sldId="270"/>
            <ac:spMk id="12" creationId="{A360EC82-D9A7-7C0C-D39D-6848CCB69411}"/>
          </ac:spMkLst>
        </pc:spChg>
        <pc:spChg chg="add mod">
          <ac:chgData name="Boutilier,Matthew" userId="bd72e79b-012e-45c2-8c39-38f3a89857e7" providerId="ADAL" clId="{AA6782CE-46AC-413D-B7E0-3E73D51DFE37}" dt="2025-11-19T22:41:51.348" v="537" actId="1036"/>
          <ac:spMkLst>
            <pc:docMk/>
            <pc:sldMk cId="694110168" sldId="270"/>
            <ac:spMk id="14" creationId="{D7F8C417-40D2-9C58-1129-39079BE8260F}"/>
          </ac:spMkLst>
        </pc:spChg>
        <pc:spChg chg="add mod">
          <ac:chgData name="Boutilier,Matthew" userId="bd72e79b-012e-45c2-8c39-38f3a89857e7" providerId="ADAL" clId="{AA6782CE-46AC-413D-B7E0-3E73D51DFE37}" dt="2025-11-19T22:41:51.348" v="537" actId="1036"/>
          <ac:spMkLst>
            <pc:docMk/>
            <pc:sldMk cId="694110168" sldId="270"/>
            <ac:spMk id="15" creationId="{03E68486-9F65-DE5E-143E-2309352E8444}"/>
          </ac:spMkLst>
        </pc:spChg>
        <pc:spChg chg="add mod">
          <ac:chgData name="Boutilier,Matthew" userId="bd72e79b-012e-45c2-8c39-38f3a89857e7" providerId="ADAL" clId="{AA6782CE-46AC-413D-B7E0-3E73D51DFE37}" dt="2025-11-19T23:00:42.199" v="935" actId="1036"/>
          <ac:spMkLst>
            <pc:docMk/>
            <pc:sldMk cId="694110168" sldId="270"/>
            <ac:spMk id="18" creationId="{29E34311-B181-8F42-2B85-4B936A645351}"/>
          </ac:spMkLst>
        </pc:spChg>
        <pc:picChg chg="del">
          <ac:chgData name="Boutilier,Matthew" userId="bd72e79b-012e-45c2-8c39-38f3a89857e7" providerId="ADAL" clId="{AA6782CE-46AC-413D-B7E0-3E73D51DFE37}" dt="2025-11-19T22:37:01.094" v="145" actId="478"/>
          <ac:picMkLst>
            <pc:docMk/>
            <pc:sldMk cId="694110168" sldId="270"/>
            <ac:picMk id="5" creationId="{4601C47E-CFD4-3E43-DA4F-1D6CD2DB8DAB}"/>
          </ac:picMkLst>
        </pc:picChg>
        <pc:picChg chg="add mod">
          <ac:chgData name="Boutilier,Matthew" userId="bd72e79b-012e-45c2-8c39-38f3a89857e7" providerId="ADAL" clId="{AA6782CE-46AC-413D-B7E0-3E73D51DFE37}" dt="2025-11-19T22:37:24.057" v="152" actId="12789"/>
          <ac:picMkLst>
            <pc:docMk/>
            <pc:sldMk cId="694110168" sldId="270"/>
            <ac:picMk id="7" creationId="{8B1A82C8-06F3-E62A-775E-4B1138D35499}"/>
          </ac:picMkLst>
        </pc:picChg>
        <pc:picChg chg="add del mod">
          <ac:chgData name="Boutilier,Matthew" userId="bd72e79b-012e-45c2-8c39-38f3a89857e7" providerId="ADAL" clId="{AA6782CE-46AC-413D-B7E0-3E73D51DFE37}" dt="2025-11-19T23:00:35.269" v="869" actId="478"/>
          <ac:picMkLst>
            <pc:docMk/>
            <pc:sldMk cId="694110168" sldId="270"/>
            <ac:picMk id="13" creationId="{39CBEDF7-FE0F-DE73-6B14-95B613C044F3}"/>
          </ac:picMkLst>
        </pc:picChg>
        <pc:picChg chg="add mod">
          <ac:chgData name="Boutilier,Matthew" userId="bd72e79b-012e-45c2-8c39-38f3a89857e7" providerId="ADAL" clId="{AA6782CE-46AC-413D-B7E0-3E73D51DFE37}" dt="2025-11-19T22:41:51.348" v="537" actId="1036"/>
          <ac:picMkLst>
            <pc:docMk/>
            <pc:sldMk cId="694110168" sldId="270"/>
            <ac:picMk id="16" creationId="{6E17EAD3-D80C-5736-CF11-90BB449FE4ED}"/>
          </ac:picMkLst>
        </pc:picChg>
        <pc:picChg chg="add mod">
          <ac:chgData name="Boutilier,Matthew" userId="bd72e79b-012e-45c2-8c39-38f3a89857e7" providerId="ADAL" clId="{AA6782CE-46AC-413D-B7E0-3E73D51DFE37}" dt="2025-11-19T22:41:51.348" v="537" actId="1036"/>
          <ac:picMkLst>
            <pc:docMk/>
            <pc:sldMk cId="694110168" sldId="270"/>
            <ac:picMk id="17" creationId="{F050BDE2-BC5B-1A64-8301-6A0C10D08CED}"/>
          </ac:picMkLst>
        </pc:picChg>
        <pc:picChg chg="add mod">
          <ac:chgData name="Boutilier,Matthew" userId="bd72e79b-012e-45c2-8c39-38f3a89857e7" providerId="ADAL" clId="{AA6782CE-46AC-413D-B7E0-3E73D51DFE37}" dt="2025-11-19T23:00:42.199" v="935" actId="1036"/>
          <ac:picMkLst>
            <pc:docMk/>
            <pc:sldMk cId="694110168" sldId="270"/>
            <ac:picMk id="19" creationId="{A5C07864-935E-9B03-9B15-8892B239B572}"/>
          </ac:picMkLst>
        </pc:picChg>
      </pc:sldChg>
      <pc:sldChg chg="addSp delSp modSp add mod modClrScheme chgLayout">
        <pc:chgData name="Boutilier,Matthew" userId="bd72e79b-012e-45c2-8c39-38f3a89857e7" providerId="ADAL" clId="{AA6782CE-46AC-413D-B7E0-3E73D51DFE37}" dt="2025-11-19T22:59:56.790" v="687" actId="207"/>
        <pc:sldMkLst>
          <pc:docMk/>
          <pc:sldMk cId="3738551967" sldId="271"/>
        </pc:sldMkLst>
        <pc:spChg chg="add del mod ord">
          <ac:chgData name="Boutilier,Matthew" userId="bd72e79b-012e-45c2-8c39-38f3a89857e7" providerId="ADAL" clId="{AA6782CE-46AC-413D-B7E0-3E73D51DFE37}" dt="2025-11-19T22:57:52.847" v="664" actId="700"/>
          <ac:spMkLst>
            <pc:docMk/>
            <pc:sldMk cId="3738551967" sldId="271"/>
            <ac:spMk id="3" creationId="{9FECB2DC-0F4B-9C38-88DC-BEFA69FF32CA}"/>
          </ac:spMkLst>
        </pc:spChg>
        <pc:spChg chg="del">
          <ac:chgData name="Boutilier,Matthew" userId="bd72e79b-012e-45c2-8c39-38f3a89857e7" providerId="ADAL" clId="{AA6782CE-46AC-413D-B7E0-3E73D51DFE37}" dt="2025-11-19T22:58:13.790" v="666" actId="478"/>
          <ac:spMkLst>
            <pc:docMk/>
            <pc:sldMk cId="3738551967" sldId="271"/>
            <ac:spMk id="6" creationId="{9BD08FB0-B422-75B0-EF42-93F42C323393}"/>
          </ac:spMkLst>
        </pc:spChg>
        <pc:spChg chg="add del mod ord">
          <ac:chgData name="Boutilier,Matthew" userId="bd72e79b-012e-45c2-8c39-38f3a89857e7" providerId="ADAL" clId="{AA6782CE-46AC-413D-B7E0-3E73D51DFE37}" dt="2025-11-19T22:58:08.255" v="665" actId="700"/>
          <ac:spMkLst>
            <pc:docMk/>
            <pc:sldMk cId="3738551967" sldId="271"/>
            <ac:spMk id="9" creationId="{C1055AFD-0DCA-9314-7542-6B4349203B88}"/>
          </ac:spMkLst>
        </pc:spChg>
        <pc:spChg chg="add del mod ord">
          <ac:chgData name="Boutilier,Matthew" userId="bd72e79b-012e-45c2-8c39-38f3a89857e7" providerId="ADAL" clId="{AA6782CE-46AC-413D-B7E0-3E73D51DFE37}" dt="2025-11-19T22:58:08.255" v="665" actId="700"/>
          <ac:spMkLst>
            <pc:docMk/>
            <pc:sldMk cId="3738551967" sldId="271"/>
            <ac:spMk id="10" creationId="{78886848-8FE3-009B-8E11-D8B27C4B9C0E}"/>
          </ac:spMkLst>
        </pc:spChg>
        <pc:spChg chg="add del mod ord">
          <ac:chgData name="Boutilier,Matthew" userId="bd72e79b-012e-45c2-8c39-38f3a89857e7" providerId="ADAL" clId="{AA6782CE-46AC-413D-B7E0-3E73D51DFE37}" dt="2025-11-19T22:58:32.703" v="672" actId="478"/>
          <ac:spMkLst>
            <pc:docMk/>
            <pc:sldMk cId="3738551967" sldId="271"/>
            <ac:spMk id="11" creationId="{D1FDE43D-CA83-8466-31B4-CFA3A93C1D32}"/>
          </ac:spMkLst>
        </pc:spChg>
        <pc:spChg chg="add del mod ord">
          <ac:chgData name="Boutilier,Matthew" userId="bd72e79b-012e-45c2-8c39-38f3a89857e7" providerId="ADAL" clId="{AA6782CE-46AC-413D-B7E0-3E73D51DFE37}" dt="2025-11-19T22:59:17.083" v="678" actId="22"/>
          <ac:spMkLst>
            <pc:docMk/>
            <pc:sldMk cId="3738551967" sldId="271"/>
            <ac:spMk id="12" creationId="{DBD69077-9317-86A1-050E-DB4C9526EA64}"/>
          </ac:spMkLst>
        </pc:spChg>
        <pc:spChg chg="add mod ord">
          <ac:chgData name="Boutilier,Matthew" userId="bd72e79b-012e-45c2-8c39-38f3a89857e7" providerId="ADAL" clId="{AA6782CE-46AC-413D-B7E0-3E73D51DFE37}" dt="2025-11-19T22:59:56.790" v="687" actId="207"/>
          <ac:spMkLst>
            <pc:docMk/>
            <pc:sldMk cId="3738551967" sldId="271"/>
            <ac:spMk id="16" creationId="{7E6CEB0A-8180-FE63-D7EF-873762328845}"/>
          </ac:spMkLst>
        </pc:spChg>
        <pc:picChg chg="del">
          <ac:chgData name="Boutilier,Matthew" userId="bd72e79b-012e-45c2-8c39-38f3a89857e7" providerId="ADAL" clId="{AA6782CE-46AC-413D-B7E0-3E73D51DFE37}" dt="2025-11-19T22:56:13.961" v="544" actId="478"/>
          <ac:picMkLst>
            <pc:docMk/>
            <pc:sldMk cId="3738551967" sldId="271"/>
            <ac:picMk id="5" creationId="{D419DDCA-1098-2879-2F3F-8094229558ED}"/>
          </ac:picMkLst>
        </pc:picChg>
        <pc:picChg chg="add mod">
          <ac:chgData name="Boutilier,Matthew" userId="bd72e79b-012e-45c2-8c39-38f3a89857e7" providerId="ADAL" clId="{AA6782CE-46AC-413D-B7E0-3E73D51DFE37}" dt="2025-11-19T22:57:27.894" v="663" actId="1035"/>
          <ac:picMkLst>
            <pc:docMk/>
            <pc:sldMk cId="3738551967" sldId="271"/>
            <ac:picMk id="8" creationId="{00882A4F-921C-5853-95F6-C238CF629405}"/>
          </ac:picMkLst>
        </pc:picChg>
        <pc:picChg chg="add mod ord">
          <ac:chgData name="Boutilier,Matthew" userId="bd72e79b-012e-45c2-8c39-38f3a89857e7" providerId="ADAL" clId="{AA6782CE-46AC-413D-B7E0-3E73D51DFE37}" dt="2025-11-19T22:59:29.903" v="681" actId="14100"/>
          <ac:picMkLst>
            <pc:docMk/>
            <pc:sldMk cId="3738551967" sldId="271"/>
            <ac:picMk id="14" creationId="{4BE43289-2563-F5C0-B123-2364F4CC97C3}"/>
          </ac:picMkLst>
        </pc:picChg>
        <pc:picChg chg="add del mod">
          <ac:chgData name="Boutilier,Matthew" userId="bd72e79b-012e-45c2-8c39-38f3a89857e7" providerId="ADAL" clId="{AA6782CE-46AC-413D-B7E0-3E73D51DFE37}" dt="2025-11-19T22:59:40.428" v="684" actId="478"/>
          <ac:picMkLst>
            <pc:docMk/>
            <pc:sldMk cId="3738551967" sldId="271"/>
            <ac:picMk id="15" creationId="{64236FFF-AFD3-61FE-3073-DCB4A7E3EA3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1559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91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87977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849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7433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31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205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5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266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458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7720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570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85587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43908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072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7683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C24DEA-D48E-79D6-9F11-C687CDA1D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Cyber Security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Portfolio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F3996C6-42FD-1268-4E21-F75CC6D42811}"/>
              </a:ext>
            </a:extLst>
          </p:cNvPr>
          <p:cNvSpPr txBox="1">
            <a:spLocks/>
          </p:cNvSpPr>
          <p:nvPr/>
        </p:nvSpPr>
        <p:spPr>
          <a:xfrm>
            <a:off x="612648" y="5383762"/>
            <a:ext cx="10954512" cy="9713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baseline="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cap="small" dirty="0"/>
              <a:t>Matt Boutilier </a:t>
            </a:r>
            <a:r>
              <a:rPr lang="en-US" sz="2800" cap="small" dirty="0"/>
              <a:t>(</a:t>
            </a:r>
            <a:r>
              <a:rPr lang="en-US" sz="2800" b="1" cap="small" dirty="0"/>
              <a:t>W0498901</a:t>
            </a:r>
            <a:r>
              <a:rPr lang="en-US" sz="2800" cap="small" dirty="0"/>
              <a:t>)</a:t>
            </a:r>
          </a:p>
          <a:p>
            <a:r>
              <a:rPr lang="en-US" sz="2400" cap="small" dirty="0"/>
              <a:t>Fall 2025	ICOM2702: PPIT II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CB34AE-C484-CEDD-8DF1-86DAED6C4E77}"/>
              </a:ext>
            </a:extLst>
          </p:cNvPr>
          <p:cNvGrpSpPr/>
          <p:nvPr/>
        </p:nvGrpSpPr>
        <p:grpSpPr>
          <a:xfrm>
            <a:off x="1088484" y="6907914"/>
            <a:ext cx="2267712" cy="3978760"/>
            <a:chOff x="1088484" y="2208588"/>
            <a:chExt cx="2267712" cy="397876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50CE2BF-5469-22B0-B80C-D4902635A1AF}"/>
                </a:ext>
              </a:extLst>
            </p:cNvPr>
            <p:cNvSpPr/>
            <p:nvPr/>
          </p:nvSpPr>
          <p:spPr>
            <a:xfrm>
              <a:off x="1088484" y="2208588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r>
                <a:rPr lang="en-US" sz="2000" b="1" cap="small" dirty="0">
                  <a:solidFill>
                    <a:schemeClr val="accent5"/>
                  </a:solidFill>
                </a:rPr>
                <a:t>Core Foundations</a:t>
              </a:r>
            </a:p>
            <a:p>
              <a:pPr algn="ctr"/>
              <a:endParaRPr lang="en-US" sz="1000" b="1" cap="small" dirty="0">
                <a:solidFill>
                  <a:schemeClr val="accent5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Ethics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Accountability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Reliability</a:t>
              </a:r>
              <a:endParaRPr lang="en-CA" dirty="0"/>
            </a:p>
          </p:txBody>
        </p:sp>
        <p:pic>
          <p:nvPicPr>
            <p:cNvPr id="9" name="Graphic 8" descr="Shield Tick with solid fill">
              <a:extLst>
                <a:ext uri="{FF2B5EF4-FFF2-40B4-BE49-F238E27FC236}">
                  <a16:creationId xmlns:a16="http://schemas.microsoft.com/office/drawing/2014/main" id="{CDD03720-BD35-EED3-2960-AADF26761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65140" y="2495938"/>
              <a:ext cx="914400" cy="914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ED1C09-A7D9-066D-F835-DEEF2FBA18BE}"/>
              </a:ext>
            </a:extLst>
          </p:cNvPr>
          <p:cNvGrpSpPr/>
          <p:nvPr/>
        </p:nvGrpSpPr>
        <p:grpSpPr>
          <a:xfrm>
            <a:off x="8835804" y="6925307"/>
            <a:ext cx="2267712" cy="3978760"/>
            <a:chOff x="8835804" y="2225981"/>
            <a:chExt cx="2267712" cy="397876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4A15C92-8C10-3CCB-5050-FB29603975B0}"/>
                </a:ext>
              </a:extLst>
            </p:cNvPr>
            <p:cNvSpPr/>
            <p:nvPr/>
          </p:nvSpPr>
          <p:spPr>
            <a:xfrm>
              <a:off x="8835804" y="2225981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r>
                <a:rPr lang="en-US" sz="2000" b="1" cap="small" dirty="0">
                  <a:solidFill>
                    <a:schemeClr val="accent5"/>
                  </a:solidFill>
                  <a:latin typeface="+mj-lt"/>
                </a:rPr>
                <a:t>Technical Expertise</a:t>
              </a:r>
            </a:p>
            <a:p>
              <a:pPr algn="ctr"/>
              <a:endParaRPr lang="en-US" sz="1050" b="1" cap="small" dirty="0">
                <a:solidFill>
                  <a:schemeClr val="accent5"/>
                </a:solidFill>
                <a:latin typeface="+mj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Device Management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Threat Detection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Vulnerability Mitigation</a:t>
              </a:r>
              <a:endParaRPr lang="en-CA" dirty="0"/>
            </a:p>
          </p:txBody>
        </p:sp>
        <p:pic>
          <p:nvPicPr>
            <p:cNvPr id="12" name="Graphic 11" descr="Processor with solid fill">
              <a:extLst>
                <a:ext uri="{FF2B5EF4-FFF2-40B4-BE49-F238E27FC236}">
                  <a16:creationId xmlns:a16="http://schemas.microsoft.com/office/drawing/2014/main" id="{510571BC-2770-5F67-9D47-4D5AEA4DF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12460" y="2495938"/>
              <a:ext cx="914400" cy="9144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3ED60B-5524-B982-8828-3BDF561D40FB}"/>
              </a:ext>
            </a:extLst>
          </p:cNvPr>
          <p:cNvGrpSpPr/>
          <p:nvPr/>
        </p:nvGrpSpPr>
        <p:grpSpPr>
          <a:xfrm>
            <a:off x="3670924" y="6925424"/>
            <a:ext cx="2267712" cy="3978760"/>
            <a:chOff x="3670924" y="2226098"/>
            <a:chExt cx="2267712" cy="397876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6DEBA74-5E99-B7FB-776D-32A4A00E4A35}"/>
                </a:ext>
              </a:extLst>
            </p:cNvPr>
            <p:cNvSpPr/>
            <p:nvPr/>
          </p:nvSpPr>
          <p:spPr>
            <a:xfrm>
              <a:off x="3670924" y="2226098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r>
                <a:rPr lang="en-US" sz="2000" b="1" cap="small" dirty="0">
                  <a:solidFill>
                    <a:schemeClr val="accent5"/>
                  </a:solidFill>
                </a:rPr>
                <a:t>Collaboration</a:t>
              </a: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1000" b="1" cap="small" dirty="0">
                <a:solidFill>
                  <a:schemeClr val="accent5"/>
                </a:solidFill>
              </a:endParaRPr>
            </a:p>
            <a:p>
              <a:r>
                <a:rPr lang="en-US" dirty="0"/>
                <a:t>Communication and teamwork under pressure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CA" sz="2000" dirty="0"/>
            </a:p>
          </p:txBody>
        </p:sp>
        <p:pic>
          <p:nvPicPr>
            <p:cNvPr id="15" name="Graphic 14" descr="Users with solid fill">
              <a:extLst>
                <a:ext uri="{FF2B5EF4-FFF2-40B4-BE49-F238E27FC236}">
                  <a16:creationId xmlns:a16="http://schemas.microsoft.com/office/drawing/2014/main" id="{8B410668-3DDD-86DA-E9CC-AFEC482A5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47580" y="2495938"/>
              <a:ext cx="914400" cy="9144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203046B-E116-4278-E9D4-172DA34471EC}"/>
              </a:ext>
            </a:extLst>
          </p:cNvPr>
          <p:cNvGrpSpPr/>
          <p:nvPr/>
        </p:nvGrpSpPr>
        <p:grpSpPr>
          <a:xfrm>
            <a:off x="6253364" y="6925307"/>
            <a:ext cx="2267712" cy="3978760"/>
            <a:chOff x="6253364" y="2225981"/>
            <a:chExt cx="2267712" cy="397876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C1D7D6F-0423-FCAC-05DF-B740EB767766}"/>
                </a:ext>
              </a:extLst>
            </p:cNvPr>
            <p:cNvSpPr/>
            <p:nvPr/>
          </p:nvSpPr>
          <p:spPr>
            <a:xfrm>
              <a:off x="6253364" y="2225981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r>
                <a:rPr lang="en-US" sz="2000" b="1" cap="small" dirty="0">
                  <a:solidFill>
                    <a:schemeClr val="accent5"/>
                  </a:solidFill>
                </a:rPr>
                <a:t>Lifelong Learning</a:t>
              </a:r>
            </a:p>
            <a:p>
              <a:pPr algn="ctr"/>
              <a:endParaRPr lang="en-US" sz="1000" b="1" cap="small" dirty="0">
                <a:solidFill>
                  <a:schemeClr val="accent5"/>
                </a:solidFill>
              </a:endParaRPr>
            </a:p>
            <a:p>
              <a:r>
                <a:rPr lang="en-US" dirty="0"/>
                <a:t>A commitment to continuous growth</a:t>
              </a:r>
            </a:p>
          </p:txBody>
        </p:sp>
        <p:pic>
          <p:nvPicPr>
            <p:cNvPr id="18" name="Graphic 17" descr="Idea with solid fill">
              <a:extLst>
                <a:ext uri="{FF2B5EF4-FFF2-40B4-BE49-F238E27FC236}">
                  <a16:creationId xmlns:a16="http://schemas.microsoft.com/office/drawing/2014/main" id="{5E9BFFA1-9D9B-F6B9-B42E-08D4CAFCF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930020" y="249593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F69DC-E01F-3B7F-9377-C1255235B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CA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02D1DBA-A754-ED81-485E-E7CBABDA4093}"/>
              </a:ext>
            </a:extLst>
          </p:cNvPr>
          <p:cNvGrpSpPr/>
          <p:nvPr/>
        </p:nvGrpSpPr>
        <p:grpSpPr>
          <a:xfrm>
            <a:off x="1088484" y="2208588"/>
            <a:ext cx="2267712" cy="3978760"/>
            <a:chOff x="1088484" y="2208588"/>
            <a:chExt cx="2267712" cy="397876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ECFA32C-BD5B-A75B-6DB2-C8E11332C818}"/>
                </a:ext>
              </a:extLst>
            </p:cNvPr>
            <p:cNvSpPr/>
            <p:nvPr/>
          </p:nvSpPr>
          <p:spPr>
            <a:xfrm>
              <a:off x="1088484" y="2208588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r>
                <a:rPr lang="en-US" sz="2000" b="1" cap="small" dirty="0">
                  <a:solidFill>
                    <a:schemeClr val="accent2">
                      <a:lumMod val="25000"/>
                    </a:schemeClr>
                  </a:solidFill>
                </a:rPr>
                <a:t>Core Foundations</a:t>
              </a:r>
            </a:p>
            <a:p>
              <a:pPr algn="ctr"/>
              <a:endParaRPr lang="en-US" sz="1000" b="1" cap="small" dirty="0">
                <a:solidFill>
                  <a:schemeClr val="accent5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Ethics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Accountability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Reliability</a:t>
              </a:r>
              <a:endParaRPr lang="en-CA" dirty="0"/>
            </a:p>
          </p:txBody>
        </p:sp>
        <p:pic>
          <p:nvPicPr>
            <p:cNvPr id="12" name="Graphic 11" descr="Shield Tick with solid fill">
              <a:extLst>
                <a:ext uri="{FF2B5EF4-FFF2-40B4-BE49-F238E27FC236}">
                  <a16:creationId xmlns:a16="http://schemas.microsoft.com/office/drawing/2014/main" id="{C9D69DFD-4F5D-C6B0-339A-8FD26F4F9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65140" y="2495938"/>
              <a:ext cx="914400" cy="914400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A90C8E2-9402-6827-AB3B-9D433CA45D39}"/>
              </a:ext>
            </a:extLst>
          </p:cNvPr>
          <p:cNvGrpSpPr/>
          <p:nvPr/>
        </p:nvGrpSpPr>
        <p:grpSpPr>
          <a:xfrm>
            <a:off x="8835804" y="2225981"/>
            <a:ext cx="2267712" cy="3978760"/>
            <a:chOff x="8835804" y="2225981"/>
            <a:chExt cx="2267712" cy="3978760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430BC3F-159D-3CB6-AC7B-FE4DD00BDE51}"/>
                </a:ext>
              </a:extLst>
            </p:cNvPr>
            <p:cNvSpPr/>
            <p:nvPr/>
          </p:nvSpPr>
          <p:spPr>
            <a:xfrm>
              <a:off x="8835804" y="2225981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r>
                <a:rPr lang="en-US" sz="2000" b="1" cap="small" dirty="0">
                  <a:solidFill>
                    <a:schemeClr val="accent2">
                      <a:lumMod val="25000"/>
                    </a:schemeClr>
                  </a:solidFill>
                  <a:latin typeface="+mj-lt"/>
                </a:rPr>
                <a:t>Technical Expertise</a:t>
              </a:r>
            </a:p>
            <a:p>
              <a:pPr algn="ctr"/>
              <a:endParaRPr lang="en-US" sz="1050" b="1" cap="small" dirty="0">
                <a:solidFill>
                  <a:schemeClr val="accent5"/>
                </a:solidFill>
                <a:latin typeface="+mj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Device Management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Threat Detection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Vulnerability Mitigation</a:t>
              </a:r>
              <a:endParaRPr lang="en-CA" dirty="0"/>
            </a:p>
          </p:txBody>
        </p:sp>
        <p:pic>
          <p:nvPicPr>
            <p:cNvPr id="14" name="Graphic 13" descr="Processor with solid fill">
              <a:extLst>
                <a:ext uri="{FF2B5EF4-FFF2-40B4-BE49-F238E27FC236}">
                  <a16:creationId xmlns:a16="http://schemas.microsoft.com/office/drawing/2014/main" id="{5C11484A-8953-CFFF-8714-C44614A61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12460" y="2495938"/>
              <a:ext cx="914400" cy="914400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7B183D1-10A8-09C6-DA39-FD338B3DC273}"/>
              </a:ext>
            </a:extLst>
          </p:cNvPr>
          <p:cNvGrpSpPr/>
          <p:nvPr/>
        </p:nvGrpSpPr>
        <p:grpSpPr>
          <a:xfrm>
            <a:off x="3670924" y="2226098"/>
            <a:ext cx="2267712" cy="3978760"/>
            <a:chOff x="3670924" y="2226098"/>
            <a:chExt cx="2267712" cy="3978760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7101549-D2F7-8B2F-4927-C2D12613C2B0}"/>
                </a:ext>
              </a:extLst>
            </p:cNvPr>
            <p:cNvSpPr/>
            <p:nvPr/>
          </p:nvSpPr>
          <p:spPr>
            <a:xfrm>
              <a:off x="3670924" y="2226098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r>
                <a:rPr lang="en-US" sz="2000" b="1" cap="small" dirty="0">
                  <a:solidFill>
                    <a:schemeClr val="accent2">
                      <a:lumMod val="25000"/>
                    </a:schemeClr>
                  </a:solidFill>
                </a:rPr>
                <a:t>Collaboration</a:t>
              </a: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1000" b="1" cap="small" dirty="0">
                <a:solidFill>
                  <a:schemeClr val="accent5"/>
                </a:solidFill>
              </a:endParaRPr>
            </a:p>
            <a:p>
              <a:r>
                <a:rPr lang="en-US" dirty="0"/>
                <a:t>Communication and teamwork under pressure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CA" sz="2000" dirty="0"/>
            </a:p>
          </p:txBody>
        </p:sp>
        <p:pic>
          <p:nvPicPr>
            <p:cNvPr id="16" name="Graphic 15" descr="Users with solid fill">
              <a:extLst>
                <a:ext uri="{FF2B5EF4-FFF2-40B4-BE49-F238E27FC236}">
                  <a16:creationId xmlns:a16="http://schemas.microsoft.com/office/drawing/2014/main" id="{1CD4A39F-A768-A416-6511-F4237112E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47580" y="2495938"/>
              <a:ext cx="914400" cy="9144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704A894-A84B-B55C-1082-B3DBBCDD47EC}"/>
              </a:ext>
            </a:extLst>
          </p:cNvPr>
          <p:cNvGrpSpPr/>
          <p:nvPr/>
        </p:nvGrpSpPr>
        <p:grpSpPr>
          <a:xfrm>
            <a:off x="6253364" y="2225981"/>
            <a:ext cx="2267712" cy="3978760"/>
            <a:chOff x="6253364" y="2225981"/>
            <a:chExt cx="2267712" cy="397876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EC0B5DD-25C4-677D-72B8-293B56097FB9}"/>
                </a:ext>
              </a:extLst>
            </p:cNvPr>
            <p:cNvSpPr/>
            <p:nvPr/>
          </p:nvSpPr>
          <p:spPr>
            <a:xfrm>
              <a:off x="6253364" y="2225981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r>
                <a:rPr lang="en-US" sz="2000" b="1" cap="small" dirty="0">
                  <a:solidFill>
                    <a:schemeClr val="accent2">
                      <a:lumMod val="25000"/>
                    </a:schemeClr>
                  </a:solidFill>
                </a:rPr>
                <a:t>Lifelong Learning</a:t>
              </a:r>
            </a:p>
            <a:p>
              <a:pPr algn="ctr"/>
              <a:endParaRPr lang="en-US" sz="1000" b="1" cap="small" dirty="0">
                <a:solidFill>
                  <a:schemeClr val="accent5"/>
                </a:solidFill>
              </a:endParaRPr>
            </a:p>
            <a:p>
              <a:r>
                <a:rPr lang="en-US" dirty="0"/>
                <a:t>A commitment to continuous growth</a:t>
              </a:r>
            </a:p>
          </p:txBody>
        </p:sp>
        <p:pic>
          <p:nvPicPr>
            <p:cNvPr id="18" name="Graphic 17" descr="Idea with solid fill">
              <a:extLst>
                <a:ext uri="{FF2B5EF4-FFF2-40B4-BE49-F238E27FC236}">
                  <a16:creationId xmlns:a16="http://schemas.microsoft.com/office/drawing/2014/main" id="{CA7DCB69-61F4-4A2D-7261-9FC8F2DEE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930020" y="2495938"/>
              <a:ext cx="914400" cy="914400"/>
            </a:xfrm>
            <a:prstGeom prst="rect">
              <a:avLst/>
            </a:prstGeom>
          </p:spPr>
        </p:pic>
      </p:grpSp>
      <p:sp>
        <p:nvSpPr>
          <p:cNvPr id="92" name="Title 8">
            <a:extLst>
              <a:ext uri="{FF2B5EF4-FFF2-40B4-BE49-F238E27FC236}">
                <a16:creationId xmlns:a16="http://schemas.microsoft.com/office/drawing/2014/main" id="{994EECC2-7B6B-040E-C7BA-9E19DFFDA6DC}"/>
              </a:ext>
            </a:extLst>
          </p:cNvPr>
          <p:cNvSpPr txBox="1">
            <a:spLocks/>
          </p:cNvSpPr>
          <p:nvPr/>
        </p:nvSpPr>
        <p:spPr>
          <a:xfrm>
            <a:off x="12177844" y="27432"/>
            <a:ext cx="700430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Core Foundations</a:t>
            </a:r>
            <a:endParaRPr lang="en-CA" dirty="0"/>
          </a:p>
        </p:txBody>
      </p:sp>
      <p:sp>
        <p:nvSpPr>
          <p:cNvPr id="93" name="Subtitle 9">
            <a:extLst>
              <a:ext uri="{FF2B5EF4-FFF2-40B4-BE49-F238E27FC236}">
                <a16:creationId xmlns:a16="http://schemas.microsoft.com/office/drawing/2014/main" id="{BBB06C1C-AD69-4F66-1067-189632A1825D}"/>
              </a:ext>
            </a:extLst>
          </p:cNvPr>
          <p:cNvSpPr txBox="1">
            <a:spLocks/>
          </p:cNvSpPr>
          <p:nvPr/>
        </p:nvSpPr>
        <p:spPr>
          <a:xfrm>
            <a:off x="12177843" y="3767328"/>
            <a:ext cx="7004303" cy="11612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/>
              <a:t>Ethics, Accountability, &amp; Collaboration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8771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631B0E1-9156-BAC7-B39A-DE84BCA33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Core Foundations</a:t>
            </a:r>
            <a:endParaRPr lang="en-CA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E199249F-C254-931A-2F14-29AEEFA500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Ethics, Accountability, &amp; Collaboration</a:t>
            </a:r>
          </a:p>
          <a:p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A5C4C-FAD1-8254-548B-7DF4B56B049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721725" y="6342063"/>
            <a:ext cx="347027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5B0133-9928-DB55-E297-9B9CDA0ED9D9}"/>
              </a:ext>
            </a:extLst>
          </p:cNvPr>
          <p:cNvGrpSpPr/>
          <p:nvPr/>
        </p:nvGrpSpPr>
        <p:grpSpPr>
          <a:xfrm>
            <a:off x="1088484" y="-4053319"/>
            <a:ext cx="2267712" cy="3978760"/>
            <a:chOff x="1088484" y="2208588"/>
            <a:chExt cx="2267712" cy="397876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F193F25-6746-CB35-59D7-3B26FD9AC77D}"/>
                </a:ext>
              </a:extLst>
            </p:cNvPr>
            <p:cNvSpPr/>
            <p:nvPr/>
          </p:nvSpPr>
          <p:spPr>
            <a:xfrm>
              <a:off x="1088484" y="2208588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r>
                <a:rPr lang="en-US" sz="2000" b="1" cap="small" dirty="0">
                  <a:solidFill>
                    <a:schemeClr val="accent5"/>
                  </a:solidFill>
                </a:rPr>
                <a:t>Core Foundations</a:t>
              </a:r>
            </a:p>
            <a:p>
              <a:pPr algn="ctr"/>
              <a:endParaRPr lang="en-US" sz="1000" b="1" cap="small" dirty="0">
                <a:solidFill>
                  <a:schemeClr val="accent5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Ethics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Accountability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Reliability</a:t>
              </a:r>
              <a:endParaRPr lang="en-CA" dirty="0"/>
            </a:p>
          </p:txBody>
        </p:sp>
        <p:pic>
          <p:nvPicPr>
            <p:cNvPr id="13" name="Graphic 12" descr="Shield Tick with solid fill">
              <a:extLst>
                <a:ext uri="{FF2B5EF4-FFF2-40B4-BE49-F238E27FC236}">
                  <a16:creationId xmlns:a16="http://schemas.microsoft.com/office/drawing/2014/main" id="{8EA7B940-3C8A-E55E-F18C-A8F9DD5B7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65140" y="2495938"/>
              <a:ext cx="914400" cy="9144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C66856-2EB4-B1D7-3A2C-E8519946C32F}"/>
              </a:ext>
            </a:extLst>
          </p:cNvPr>
          <p:cNvGrpSpPr/>
          <p:nvPr/>
        </p:nvGrpSpPr>
        <p:grpSpPr>
          <a:xfrm>
            <a:off x="8835804" y="-4035926"/>
            <a:ext cx="2267712" cy="3978760"/>
            <a:chOff x="8835804" y="2225981"/>
            <a:chExt cx="2267712" cy="397876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6C401B2-C249-10DD-7018-DC61305F521D}"/>
                </a:ext>
              </a:extLst>
            </p:cNvPr>
            <p:cNvSpPr/>
            <p:nvPr/>
          </p:nvSpPr>
          <p:spPr>
            <a:xfrm>
              <a:off x="8835804" y="2225981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  <a:latin typeface="+mj-lt"/>
              </a:endParaRPr>
            </a:p>
            <a:p>
              <a:pPr algn="ctr"/>
              <a:r>
                <a:rPr lang="en-US" sz="2000" b="1" cap="small" dirty="0">
                  <a:solidFill>
                    <a:schemeClr val="accent5"/>
                  </a:solidFill>
                  <a:latin typeface="+mj-lt"/>
                </a:rPr>
                <a:t>Technical Expertise</a:t>
              </a:r>
            </a:p>
            <a:p>
              <a:pPr algn="ctr"/>
              <a:endParaRPr lang="en-US" sz="1050" b="1" cap="small" dirty="0">
                <a:solidFill>
                  <a:schemeClr val="accent5"/>
                </a:solidFill>
                <a:latin typeface="+mj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Device Management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Threat Detection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Vulnerability Mitigation</a:t>
              </a:r>
              <a:endParaRPr lang="en-CA" dirty="0"/>
            </a:p>
          </p:txBody>
        </p:sp>
        <p:pic>
          <p:nvPicPr>
            <p:cNvPr id="16" name="Graphic 15" descr="Processor with solid fill">
              <a:extLst>
                <a:ext uri="{FF2B5EF4-FFF2-40B4-BE49-F238E27FC236}">
                  <a16:creationId xmlns:a16="http://schemas.microsoft.com/office/drawing/2014/main" id="{49E4F750-BFA7-4AA6-D13A-9B97603A2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12460" y="2495938"/>
              <a:ext cx="914400" cy="9144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AA135F-03D1-7F78-3BCB-37D4D468B488}"/>
              </a:ext>
            </a:extLst>
          </p:cNvPr>
          <p:cNvGrpSpPr/>
          <p:nvPr/>
        </p:nvGrpSpPr>
        <p:grpSpPr>
          <a:xfrm>
            <a:off x="3670924" y="-4035809"/>
            <a:ext cx="2267712" cy="3978760"/>
            <a:chOff x="3670924" y="2226098"/>
            <a:chExt cx="2267712" cy="397876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F4430E2-9591-AA92-2831-0FAA165B4688}"/>
                </a:ext>
              </a:extLst>
            </p:cNvPr>
            <p:cNvSpPr/>
            <p:nvPr/>
          </p:nvSpPr>
          <p:spPr>
            <a:xfrm>
              <a:off x="3670924" y="2226098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r>
                <a:rPr lang="en-US" sz="2000" b="1" cap="small" dirty="0">
                  <a:solidFill>
                    <a:schemeClr val="accent5"/>
                  </a:solidFill>
                </a:rPr>
                <a:t>Collaboration</a:t>
              </a: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1000" b="1" cap="small" dirty="0">
                <a:solidFill>
                  <a:schemeClr val="accent5"/>
                </a:solidFill>
              </a:endParaRPr>
            </a:p>
            <a:p>
              <a:r>
                <a:rPr lang="en-US" dirty="0"/>
                <a:t>Communication and teamwork under pressure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CA" sz="2000" dirty="0"/>
            </a:p>
          </p:txBody>
        </p:sp>
        <p:pic>
          <p:nvPicPr>
            <p:cNvPr id="19" name="Graphic 18" descr="Users with solid fill">
              <a:extLst>
                <a:ext uri="{FF2B5EF4-FFF2-40B4-BE49-F238E27FC236}">
                  <a16:creationId xmlns:a16="http://schemas.microsoft.com/office/drawing/2014/main" id="{1C830CB2-2010-4BB3-E6EF-32E3459C1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47580" y="2495938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B71D70-5096-EE16-D86F-F60BB1DA3683}"/>
              </a:ext>
            </a:extLst>
          </p:cNvPr>
          <p:cNvGrpSpPr/>
          <p:nvPr/>
        </p:nvGrpSpPr>
        <p:grpSpPr>
          <a:xfrm>
            <a:off x="6253364" y="-4035926"/>
            <a:ext cx="2267712" cy="3978760"/>
            <a:chOff x="6253364" y="2225981"/>
            <a:chExt cx="2267712" cy="397876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767BC01-BA9B-B095-0B1D-C8A0621BD3F5}"/>
                </a:ext>
              </a:extLst>
            </p:cNvPr>
            <p:cNvSpPr/>
            <p:nvPr/>
          </p:nvSpPr>
          <p:spPr>
            <a:xfrm>
              <a:off x="6253364" y="2225981"/>
              <a:ext cx="2267712" cy="39787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endParaRPr lang="en-US" sz="2000" b="1" cap="small" dirty="0">
                <a:solidFill>
                  <a:schemeClr val="accent5"/>
                </a:solidFill>
              </a:endParaRPr>
            </a:p>
            <a:p>
              <a:pPr algn="ctr"/>
              <a:r>
                <a:rPr lang="en-US" sz="2000" b="1" cap="small" dirty="0">
                  <a:solidFill>
                    <a:schemeClr val="accent5"/>
                  </a:solidFill>
                </a:rPr>
                <a:t>Lifelong Learning</a:t>
              </a:r>
            </a:p>
            <a:p>
              <a:pPr algn="ctr"/>
              <a:endParaRPr lang="en-US" sz="1000" b="1" cap="small" dirty="0">
                <a:solidFill>
                  <a:schemeClr val="accent5"/>
                </a:solidFill>
              </a:endParaRPr>
            </a:p>
            <a:p>
              <a:r>
                <a:rPr lang="en-US" dirty="0"/>
                <a:t>A commitment to continuous growth</a:t>
              </a:r>
            </a:p>
          </p:txBody>
        </p:sp>
        <p:pic>
          <p:nvPicPr>
            <p:cNvPr id="22" name="Graphic 21" descr="Idea with solid fill">
              <a:extLst>
                <a:ext uri="{FF2B5EF4-FFF2-40B4-BE49-F238E27FC236}">
                  <a16:creationId xmlns:a16="http://schemas.microsoft.com/office/drawing/2014/main" id="{C5057900-4772-E281-0FAA-0FE309D90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930020" y="2495938"/>
              <a:ext cx="914400" cy="914400"/>
            </a:xfrm>
            <a:prstGeom prst="rect">
              <a:avLst/>
            </a:prstGeom>
          </p:spPr>
        </p:pic>
      </p:grpSp>
      <p:pic>
        <p:nvPicPr>
          <p:cNvPr id="24" name="Content Placeholder 9">
            <a:extLst>
              <a:ext uri="{FF2B5EF4-FFF2-40B4-BE49-F238E27FC236}">
                <a16:creationId xmlns:a16="http://schemas.microsoft.com/office/drawing/2014/main" id="{2752CF41-748A-3EFA-9C7D-DB67FFA347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2168991" y="2020824"/>
            <a:ext cx="3913188" cy="3913188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EE7188DA-996A-0585-CBD0-A4C3FE0AE38B}"/>
              </a:ext>
            </a:extLst>
          </p:cNvPr>
          <p:cNvSpPr/>
          <p:nvPr/>
        </p:nvSpPr>
        <p:spPr>
          <a:xfrm>
            <a:off x="15528512" y="5046133"/>
            <a:ext cx="186267" cy="186267"/>
          </a:xfrm>
          <a:prstGeom prst="ellipse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0962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C73F-5FAE-54CD-E91A-BEF232EC8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Conduct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5C7AC-722F-35AE-90FD-822A878624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 fontScale="92500" lnSpcReduction="20000"/>
          </a:bodyPr>
          <a:lstStyle/>
          <a:p>
            <a:r>
              <a:rPr lang="en-US" sz="2400" b="1" dirty="0">
                <a:latin typeface="+mj-lt"/>
              </a:rPr>
              <a:t>PHIA &amp; PIPEDA Compliance</a:t>
            </a:r>
          </a:p>
          <a:p>
            <a:r>
              <a:rPr lang="en-US" dirty="0"/>
              <a:t>In past professional roles, I managed confidential user data subject to </a:t>
            </a:r>
            <a:r>
              <a:rPr lang="en-US" i="1" dirty="0"/>
              <a:t>PHIA</a:t>
            </a:r>
            <a:r>
              <a:rPr lang="en-US" dirty="0"/>
              <a:t> and </a:t>
            </a:r>
            <a:r>
              <a:rPr lang="en-US" i="1" dirty="0"/>
              <a:t>PIPEDA</a:t>
            </a:r>
            <a:r>
              <a:rPr lang="en-US" dirty="0"/>
              <a:t> regulations.</a:t>
            </a:r>
          </a:p>
          <a:p>
            <a:endParaRPr lang="en-CA" dirty="0"/>
          </a:p>
          <a:p>
            <a:r>
              <a:rPr lang="en-US" dirty="0"/>
              <a:t>This required strict data residency policies, ensuring sensitive information was not stored or transmitted outside of Canada, safeguarding PII.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A9DCE1A-9199-ED42-70EB-9CC8006F25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427946" y="2020824"/>
            <a:ext cx="3913188" cy="3913188"/>
          </a:xfr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77CAB04-495E-1215-3B55-5565B4A7465E}"/>
              </a:ext>
            </a:extLst>
          </p:cNvPr>
          <p:cNvSpPr/>
          <p:nvPr/>
        </p:nvSpPr>
        <p:spPr>
          <a:xfrm>
            <a:off x="9787467" y="5046133"/>
            <a:ext cx="186267" cy="186267"/>
          </a:xfrm>
          <a:prstGeom prst="ellipse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402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4E47-AD1A-A431-2AB9-F1AB9728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Accountability &amp; Collaboration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AD65E-FCF8-5113-F633-08412253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Accountability</a:t>
            </a:r>
          </a:p>
          <a:p>
            <a:r>
              <a:rPr lang="en-US" dirty="0"/>
              <a:t>I followed rigorous security and risk management procedures for screening all third-party vendors to ensure data integrity.</a:t>
            </a:r>
          </a:p>
          <a:p>
            <a:r>
              <a:rPr lang="en-US" dirty="0"/>
              <a:t>This maintained compliance with all data handling policies, resulting in zero breaches during my tenure.</a:t>
            </a:r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07B8F-3990-C8E6-CDA2-B693F35EE3A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b="1" dirty="0"/>
              <a:t>Collaboration &amp; Communication</a:t>
            </a:r>
            <a:endParaRPr lang="en-US" dirty="0"/>
          </a:p>
          <a:p>
            <a:r>
              <a:rPr lang="en-US" dirty="0"/>
              <a:t>I drive success through structured collaboration, strategically distributing tasks to match individual strengths, and have experience organizing large virtual and in-person meetings, as well as a wealth of knowledge around employee training.</a:t>
            </a:r>
            <a:endParaRPr lang="en-CA" dirty="0"/>
          </a:p>
        </p:txBody>
      </p:sp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649ACE5A-65CC-B1EB-9590-8861AE532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168991" y="2020824"/>
            <a:ext cx="3913188" cy="391318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81CB9D3-B6FA-0B34-F6DF-1F0E5B840923}"/>
              </a:ext>
            </a:extLst>
          </p:cNvPr>
          <p:cNvSpPr/>
          <p:nvPr/>
        </p:nvSpPr>
        <p:spPr>
          <a:xfrm>
            <a:off x="15528512" y="5046133"/>
            <a:ext cx="186267" cy="186267"/>
          </a:xfrm>
          <a:prstGeom prst="ellipse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FEA31B-9D37-793A-D9C1-F2AD445D80E5}"/>
              </a:ext>
            </a:extLst>
          </p:cNvPr>
          <p:cNvSpPr/>
          <p:nvPr/>
        </p:nvSpPr>
        <p:spPr>
          <a:xfrm>
            <a:off x="1088484" y="6919490"/>
            <a:ext cx="4850152" cy="3978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r>
              <a:rPr lang="en-US" sz="2000" b="1" cap="small" dirty="0">
                <a:solidFill>
                  <a:schemeClr val="accent5"/>
                </a:solidFill>
              </a:rPr>
              <a:t>Proven reliability</a:t>
            </a:r>
          </a:p>
          <a:p>
            <a:pPr algn="ctr"/>
            <a:endParaRPr lang="en-US" sz="1000" b="1" cap="small" dirty="0">
              <a:solidFill>
                <a:schemeClr val="accent5"/>
              </a:solidFill>
            </a:endParaRPr>
          </a:p>
          <a:p>
            <a:r>
              <a:rPr lang="en-US" dirty="0"/>
              <a:t>I have a track record of reliability, from delivering high-stakes academic projects on time to successfully managing sensitive data with zero incidents in a professional setting.</a:t>
            </a:r>
            <a:endParaRPr lang="en-US" dirty="0">
              <a:effectLst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84E909-717A-70BC-F12D-23BD89542997}"/>
              </a:ext>
            </a:extLst>
          </p:cNvPr>
          <p:cNvSpPr/>
          <p:nvPr/>
        </p:nvSpPr>
        <p:spPr>
          <a:xfrm>
            <a:off x="6253364" y="6936883"/>
            <a:ext cx="4850152" cy="3978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r>
              <a:rPr lang="en-US" sz="2000" b="1" cap="small" dirty="0">
                <a:solidFill>
                  <a:schemeClr val="accent5"/>
                </a:solidFill>
                <a:latin typeface="+mj-lt"/>
              </a:rPr>
              <a:t>Commitment to Growth</a:t>
            </a:r>
          </a:p>
          <a:p>
            <a:pPr algn="ctr"/>
            <a:endParaRPr lang="en-US" sz="1050" b="1" cap="small" dirty="0">
              <a:solidFill>
                <a:schemeClr val="accent5"/>
              </a:solidFill>
              <a:latin typeface="+mj-lt"/>
            </a:endParaRPr>
          </a:p>
          <a:p>
            <a:r>
              <a:rPr lang="en-US" dirty="0"/>
              <a:t>I am independently developing a Bash script as an all-in-one network tool. It currently detects port changes, with future plans for ping, traceroute, and </a:t>
            </a:r>
            <a:r>
              <a:rPr lang="en-US" dirty="0" err="1"/>
              <a:t>nslookup</a:t>
            </a:r>
            <a:r>
              <a:rPr lang="en-US" dirty="0"/>
              <a:t> features.</a:t>
            </a:r>
            <a:endParaRPr lang="en-US" dirty="0">
              <a:effectLst/>
            </a:endParaRPr>
          </a:p>
        </p:txBody>
      </p:sp>
      <p:pic>
        <p:nvPicPr>
          <p:cNvPr id="11" name="Graphic 10" descr="Clipboard Partially Checked with solid fill">
            <a:extLst>
              <a:ext uri="{FF2B5EF4-FFF2-40B4-BE49-F238E27FC236}">
                <a16:creationId xmlns:a16="http://schemas.microsoft.com/office/drawing/2014/main" id="{26594378-498E-79E8-2756-ECD446092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6360" y="7206840"/>
            <a:ext cx="914400" cy="914400"/>
          </a:xfrm>
          <a:prstGeom prst="rect">
            <a:avLst/>
          </a:prstGeom>
        </p:spPr>
      </p:pic>
      <p:pic>
        <p:nvPicPr>
          <p:cNvPr id="12" name="Graphic 11" descr="Chevron arrows with solid fill">
            <a:extLst>
              <a:ext uri="{FF2B5EF4-FFF2-40B4-BE49-F238E27FC236}">
                <a16:creationId xmlns:a16="http://schemas.microsoft.com/office/drawing/2014/main" id="{E11F0427-4BED-4D8D-37E5-15FB65E170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1240" y="72068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20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16CE-3E2A-FD5E-67AE-54D66331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67F26D3-8BBF-2E30-A1AE-DD87B51DC92C}"/>
              </a:ext>
            </a:extLst>
          </p:cNvPr>
          <p:cNvSpPr/>
          <p:nvPr/>
        </p:nvSpPr>
        <p:spPr>
          <a:xfrm>
            <a:off x="1088484" y="2208588"/>
            <a:ext cx="4850152" cy="3978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r>
              <a:rPr lang="en-US" sz="2000" b="1" cap="small" dirty="0">
                <a:solidFill>
                  <a:schemeClr val="accent2">
                    <a:lumMod val="25000"/>
                  </a:schemeClr>
                </a:solidFill>
              </a:rPr>
              <a:t>Proven reliability</a:t>
            </a:r>
          </a:p>
          <a:p>
            <a:pPr algn="ctr"/>
            <a:endParaRPr lang="en-US" sz="1000" b="1" cap="small" dirty="0">
              <a:solidFill>
                <a:schemeClr val="accent5"/>
              </a:solidFill>
            </a:endParaRPr>
          </a:p>
          <a:p>
            <a:r>
              <a:rPr lang="en-US" dirty="0"/>
              <a:t>I have a track record of reliability, from delivering high-stakes academic projects on time to successfully managing sensitive data with zero incidents in a professional setting.</a:t>
            </a:r>
            <a:endParaRPr lang="en-US" dirty="0">
              <a:effectLst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E71C961-6C1F-791C-E975-51A2A0CE033B}"/>
              </a:ext>
            </a:extLst>
          </p:cNvPr>
          <p:cNvSpPr/>
          <p:nvPr/>
        </p:nvSpPr>
        <p:spPr>
          <a:xfrm>
            <a:off x="6253364" y="2225981"/>
            <a:ext cx="4850152" cy="3978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r>
              <a:rPr lang="en-US" sz="2000" b="1" cap="small" dirty="0">
                <a:solidFill>
                  <a:schemeClr val="accent2">
                    <a:lumMod val="25000"/>
                  </a:schemeClr>
                </a:solidFill>
                <a:latin typeface="+mj-lt"/>
              </a:rPr>
              <a:t>Commitment to Growth</a:t>
            </a:r>
          </a:p>
          <a:p>
            <a:pPr algn="ctr"/>
            <a:endParaRPr lang="en-US" sz="1050" b="1" cap="small" dirty="0">
              <a:solidFill>
                <a:schemeClr val="accent5"/>
              </a:solidFill>
              <a:latin typeface="+mj-lt"/>
            </a:endParaRPr>
          </a:p>
          <a:p>
            <a:r>
              <a:rPr lang="en-US" dirty="0"/>
              <a:t>I am independently developing a Bash script as an all-in-one network tool. It currently detects port changes, with future plans for ping, traceroute, and </a:t>
            </a:r>
            <a:r>
              <a:rPr lang="en-US" dirty="0" err="1"/>
              <a:t>nslookup</a:t>
            </a:r>
            <a:r>
              <a:rPr lang="en-US" dirty="0"/>
              <a:t> features.</a:t>
            </a:r>
            <a:endParaRPr lang="en-US" dirty="0"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F69193-5523-4672-D74D-FBFDA6FB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&amp; Lifelong Learning</a:t>
            </a:r>
            <a:endParaRPr lang="en-CA" dirty="0"/>
          </a:p>
        </p:txBody>
      </p:sp>
      <p:pic>
        <p:nvPicPr>
          <p:cNvPr id="4" name="Graphic 3" descr="Clipboard Partially Checked with solid fill">
            <a:extLst>
              <a:ext uri="{FF2B5EF4-FFF2-40B4-BE49-F238E27FC236}">
                <a16:creationId xmlns:a16="http://schemas.microsoft.com/office/drawing/2014/main" id="{0E05F9A3-8EB7-AE51-B13B-145E653AA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6360" y="2495938"/>
            <a:ext cx="914400" cy="914400"/>
          </a:xfrm>
          <a:prstGeom prst="rect">
            <a:avLst/>
          </a:prstGeom>
        </p:spPr>
      </p:pic>
      <p:pic>
        <p:nvPicPr>
          <p:cNvPr id="6" name="Graphic 5" descr="Chevron arrows with solid fill">
            <a:extLst>
              <a:ext uri="{FF2B5EF4-FFF2-40B4-BE49-F238E27FC236}">
                <a16:creationId xmlns:a16="http://schemas.microsoft.com/office/drawing/2014/main" id="{FFE27626-47E9-D855-C16B-5C17A418C9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1240" y="24959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73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D9FD4-C8FE-7341-1414-162F2A4A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0DF24E8-9AF9-E926-2B0F-E202D470A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Technical Skills</a:t>
            </a:r>
            <a:endParaRPr lang="en-CA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2F5088B-2462-E682-E1D6-AD78902401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Coursework Showcase</a:t>
            </a:r>
          </a:p>
          <a:p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16EB8-CE36-0BF4-23CF-FDDA14FFF17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721725" y="6342063"/>
            <a:ext cx="347027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C88D9F-BD33-8D84-ACCC-E468363E16D4}"/>
              </a:ext>
            </a:extLst>
          </p:cNvPr>
          <p:cNvSpPr/>
          <p:nvPr/>
        </p:nvSpPr>
        <p:spPr>
          <a:xfrm>
            <a:off x="1088484" y="-4030172"/>
            <a:ext cx="4850152" cy="3978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r>
              <a:rPr lang="en-US" sz="2000" b="1" cap="small" dirty="0">
                <a:solidFill>
                  <a:schemeClr val="accent5"/>
                </a:solidFill>
              </a:rPr>
              <a:t>Proven reliability</a:t>
            </a:r>
          </a:p>
          <a:p>
            <a:pPr algn="ctr"/>
            <a:endParaRPr lang="en-US" sz="1000" b="1" cap="small" dirty="0">
              <a:solidFill>
                <a:schemeClr val="accent5"/>
              </a:solidFill>
            </a:endParaRPr>
          </a:p>
          <a:p>
            <a:r>
              <a:rPr lang="en-US" dirty="0"/>
              <a:t>I have a track record of reliability, from delivering high-stakes academic projects on time to successfully managing sensitive data with zero incidents in a professional setting.</a:t>
            </a:r>
            <a:endParaRPr lang="en-US" dirty="0">
              <a:effectLst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6F1217-0663-5EFE-AD14-2D619BB3C89F}"/>
              </a:ext>
            </a:extLst>
          </p:cNvPr>
          <p:cNvSpPr/>
          <p:nvPr/>
        </p:nvSpPr>
        <p:spPr>
          <a:xfrm>
            <a:off x="6253364" y="-4012779"/>
            <a:ext cx="4850152" cy="3978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r>
              <a:rPr lang="en-US" sz="2000" b="1" cap="small" dirty="0">
                <a:solidFill>
                  <a:schemeClr val="accent5"/>
                </a:solidFill>
                <a:latin typeface="+mj-lt"/>
              </a:rPr>
              <a:t>Commitment to Growth</a:t>
            </a:r>
          </a:p>
          <a:p>
            <a:pPr algn="ctr"/>
            <a:endParaRPr lang="en-US" sz="1050" b="1" cap="small" dirty="0">
              <a:solidFill>
                <a:schemeClr val="accent5"/>
              </a:solidFill>
              <a:latin typeface="+mj-lt"/>
            </a:endParaRPr>
          </a:p>
          <a:p>
            <a:r>
              <a:rPr lang="en-US" dirty="0"/>
              <a:t>I am independently developing a Bash script as an all-in-one network tool. It currently detects port changes, with future plans for ping, traceroute, and </a:t>
            </a:r>
            <a:r>
              <a:rPr lang="en-US" dirty="0" err="1"/>
              <a:t>nslookup</a:t>
            </a:r>
            <a:r>
              <a:rPr lang="en-US" dirty="0"/>
              <a:t> features.</a:t>
            </a:r>
            <a:endParaRPr lang="en-US" dirty="0">
              <a:effectLst/>
            </a:endParaRPr>
          </a:p>
        </p:txBody>
      </p:sp>
      <p:pic>
        <p:nvPicPr>
          <p:cNvPr id="4" name="Graphic 3" descr="Clipboard Partially Checked with solid fill">
            <a:extLst>
              <a:ext uri="{FF2B5EF4-FFF2-40B4-BE49-F238E27FC236}">
                <a16:creationId xmlns:a16="http://schemas.microsoft.com/office/drawing/2014/main" id="{550A47C1-94DD-D381-6C6F-311D79585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6360" y="-3742822"/>
            <a:ext cx="914400" cy="914400"/>
          </a:xfrm>
          <a:prstGeom prst="rect">
            <a:avLst/>
          </a:prstGeom>
        </p:spPr>
      </p:pic>
      <p:pic>
        <p:nvPicPr>
          <p:cNvPr id="6" name="Graphic 5" descr="Chevron arrows with solid fill">
            <a:extLst>
              <a:ext uri="{FF2B5EF4-FFF2-40B4-BE49-F238E27FC236}">
                <a16:creationId xmlns:a16="http://schemas.microsoft.com/office/drawing/2014/main" id="{94DC8295-6A10-18C9-3A92-0A9A0BE5EC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1240" y="-3742822"/>
            <a:ext cx="914400" cy="914400"/>
          </a:xfrm>
          <a:prstGeom prst="rect">
            <a:avLst/>
          </a:prstGeom>
        </p:spPr>
      </p:pic>
      <p:pic>
        <p:nvPicPr>
          <p:cNvPr id="7" name="Content Placeholder 5" descr="A blue and blue logo&#10;&#10;AI-generated content may be incorrect.">
            <a:extLst>
              <a:ext uri="{FF2B5EF4-FFF2-40B4-BE49-F238E27FC236}">
                <a16:creationId xmlns:a16="http://schemas.microsoft.com/office/drawing/2014/main" id="{D59FE992-334F-1B37-284B-0BAD281879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2421502"/>
            <a:ext cx="3109912" cy="304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15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280A-C6A5-8A78-76FD-7602BD35B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Management</a:t>
            </a:r>
            <a:endParaRPr lang="en-CA" dirty="0"/>
          </a:p>
        </p:txBody>
      </p:sp>
      <p:pic>
        <p:nvPicPr>
          <p:cNvPr id="6" name="Content Placeholder 5" descr="A blue and blue logo&#10;&#10;AI-generated content may be incorrect.">
            <a:extLst>
              <a:ext uri="{FF2B5EF4-FFF2-40B4-BE49-F238E27FC236}">
                <a16:creationId xmlns:a16="http://schemas.microsoft.com/office/drawing/2014/main" id="{7C5B0275-0308-2307-2B21-BAEBA67364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92" y="2421502"/>
            <a:ext cx="3109912" cy="304394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306FA-3F44-D9D5-F4AA-09BDCC6ED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2421502"/>
            <a:ext cx="6620256" cy="3412370"/>
          </a:xfrm>
        </p:spPr>
        <p:txBody>
          <a:bodyPr/>
          <a:lstStyle/>
          <a:p>
            <a:r>
              <a:rPr lang="en-US" b="1" dirty="0"/>
              <a:t>Intune MDM Report</a:t>
            </a:r>
          </a:p>
          <a:p>
            <a:r>
              <a:rPr lang="en-CA" dirty="0"/>
              <a:t>This project analyzed Microsoft Intune as a comprehensive Mobile Device Management (MDM) solution.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Recommended specific policies for BYOD scenarios (e.g., app-level PINs, no clipboard sharing) to secure company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Proposed using Apple Configurator to streamline the integration and management of Apple devices.</a:t>
            </a:r>
            <a:endParaRPr lang="en-CA" dirty="0"/>
          </a:p>
        </p:txBody>
      </p:sp>
      <p:pic>
        <p:nvPicPr>
          <p:cNvPr id="7" name="Content Placeholder 7" descr="Network diagram with solid fill">
            <a:extLst>
              <a:ext uri="{FF2B5EF4-FFF2-40B4-BE49-F238E27FC236}">
                <a16:creationId xmlns:a16="http://schemas.microsoft.com/office/drawing/2014/main" id="{7C99E688-E182-031B-8A3A-09814DDD5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574" y="2421502"/>
            <a:ext cx="3044952" cy="30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85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2DC2A-C297-9EE4-42A2-4C46B3CAA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91A0-9A9A-597C-3D70-ADB03B0B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Detection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5938C-84C7-6E09-3C9F-F0AA36688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2421502"/>
            <a:ext cx="6620256" cy="3412370"/>
          </a:xfrm>
        </p:spPr>
        <p:txBody>
          <a:bodyPr/>
          <a:lstStyle/>
          <a:p>
            <a:r>
              <a:rPr lang="en-US" b="1" dirty="0"/>
              <a:t>Network Security Script</a:t>
            </a:r>
            <a:r>
              <a:rPr lang="en-US" dirty="0"/>
              <a:t> (Bash)</a:t>
            </a:r>
            <a:endParaRPr lang="en-CA" dirty="0"/>
          </a:p>
          <a:p>
            <a:r>
              <a:rPr lang="en-US" dirty="0"/>
              <a:t>I developed a custom Bash script to perform active network monitoring and threat detection.</a:t>
            </a:r>
          </a:p>
          <a:p>
            <a:r>
              <a:rPr lang="en-US" dirty="0"/>
              <a:t>The script monitors a defined IP address for any changes to open ports at a user-set interval. This provides an early warning for unauthorized services or potential intrusions on a network.</a:t>
            </a:r>
          </a:p>
        </p:txBody>
      </p:sp>
      <p:pic>
        <p:nvPicPr>
          <p:cNvPr id="8" name="Content Placeholder 7" descr="Network diagram with solid fill">
            <a:extLst>
              <a:ext uri="{FF2B5EF4-FFF2-40B4-BE49-F238E27FC236}">
                <a16:creationId xmlns:a16="http://schemas.microsoft.com/office/drawing/2014/main" id="{9CA9B14D-99D6-1F66-93F2-EEB9DEEDD2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421502"/>
            <a:ext cx="3044952" cy="3044952"/>
          </a:xfrm>
        </p:spPr>
      </p:pic>
      <p:pic>
        <p:nvPicPr>
          <p:cNvPr id="9" name="Content Placeholder 5" descr="A blue and blue logo&#10;&#10;AI-generated content may be incorrect.">
            <a:extLst>
              <a:ext uri="{FF2B5EF4-FFF2-40B4-BE49-F238E27FC236}">
                <a16:creationId xmlns:a16="http://schemas.microsoft.com/office/drawing/2014/main" id="{1A99DE5B-B2A4-B0BA-B266-EA84F2F839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09912" y="2421502"/>
            <a:ext cx="3109912" cy="3043944"/>
          </a:xfrm>
          <a:prstGeom prst="rect">
            <a:avLst/>
          </a:prstGeom>
        </p:spPr>
      </p:pic>
      <p:pic>
        <p:nvPicPr>
          <p:cNvPr id="10" name="Content Placeholder 8" descr="Immunity with solid fill">
            <a:extLst>
              <a:ext uri="{FF2B5EF4-FFF2-40B4-BE49-F238E27FC236}">
                <a16:creationId xmlns:a16="http://schemas.microsoft.com/office/drawing/2014/main" id="{9DED401A-E0E1-99A4-3F3D-65B7F15036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53721" y="2573902"/>
            <a:ext cx="3044952" cy="30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90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FB1C0-408A-498C-DF06-19D2D2FF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3556-6981-6E29-715A-116250D3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Management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80AC3-3D07-099D-FAD9-4822787A5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2421502"/>
            <a:ext cx="6620256" cy="3412370"/>
          </a:xfrm>
        </p:spPr>
        <p:txBody>
          <a:bodyPr/>
          <a:lstStyle/>
          <a:p>
            <a:r>
              <a:rPr lang="en-US" b="1" dirty="0"/>
              <a:t>Nessus Vulnerability Report</a:t>
            </a:r>
            <a:endParaRPr lang="en-CA" dirty="0"/>
          </a:p>
          <a:p>
            <a:r>
              <a:rPr lang="en-US" dirty="0"/>
              <a:t>I planned and executed an uncredentialed and a credentialed vulnerability scan using Nessus to assess a target system's security posture and analyzed the output to prioritize flaws based on severity.</a:t>
            </a:r>
          </a:p>
          <a:p>
            <a:r>
              <a:rPr lang="en-US" dirty="0"/>
              <a:t>This project demonstrates end-to-end vulnerability management, and data-backed mitigation recommendations.</a:t>
            </a:r>
          </a:p>
        </p:txBody>
      </p:sp>
      <p:pic>
        <p:nvPicPr>
          <p:cNvPr id="9" name="Content Placeholder 8" descr="Immunity with solid fill">
            <a:extLst>
              <a:ext uri="{FF2B5EF4-FFF2-40B4-BE49-F238E27FC236}">
                <a16:creationId xmlns:a16="http://schemas.microsoft.com/office/drawing/2014/main" id="{B619867F-988B-8951-DAA0-86E7A5FBFA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421502"/>
            <a:ext cx="3044952" cy="3044952"/>
          </a:xfrm>
          <a:prstGeom prst="rect">
            <a:avLst/>
          </a:prstGeom>
        </p:spPr>
      </p:pic>
      <p:pic>
        <p:nvPicPr>
          <p:cNvPr id="10" name="Content Placeholder 7" descr="Network diagram with solid fill">
            <a:extLst>
              <a:ext uri="{FF2B5EF4-FFF2-40B4-BE49-F238E27FC236}">
                <a16:creationId xmlns:a16="http://schemas.microsoft.com/office/drawing/2014/main" id="{4F258BBF-FF6F-16B4-69A1-B2FA58209F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704001" y="2573902"/>
            <a:ext cx="3044952" cy="30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09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D455E-81D2-883C-A0AE-8AA30579C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4656CA8-8A52-5493-8CF1-66B7129491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Delivery</a:t>
            </a:r>
            <a:endParaRPr lang="en-CA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1A6D93E-A0AB-CBA7-3637-BB5327D25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Coursework Showcase</a:t>
            </a:r>
          </a:p>
          <a:p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B2F6D-6B47-AC34-80D9-562B48CAD2D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721725" y="6342063"/>
            <a:ext cx="347027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pic>
        <p:nvPicPr>
          <p:cNvPr id="14" name="Content Placeholder 8" descr="Immunity with solid fill">
            <a:extLst>
              <a:ext uri="{FF2B5EF4-FFF2-40B4-BE49-F238E27FC236}">
                <a16:creationId xmlns:a16="http://schemas.microsoft.com/office/drawing/2014/main" id="{532F1B0C-79FC-5F5A-E768-68B94D989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24907" y="2421502"/>
            <a:ext cx="3044952" cy="304495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F003BB5-4BFC-AA2C-D53E-504BA71989E3}"/>
              </a:ext>
            </a:extLst>
          </p:cNvPr>
          <p:cNvSpPr/>
          <p:nvPr/>
        </p:nvSpPr>
        <p:spPr>
          <a:xfrm>
            <a:off x="-65314" y="6930184"/>
            <a:ext cx="1225731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Content Placeholder 4">
            <a:extLst>
              <a:ext uri="{FF2B5EF4-FFF2-40B4-BE49-F238E27FC236}">
                <a16:creationId xmlns:a16="http://schemas.microsoft.com/office/drawing/2014/main" id="{14565C97-DA2B-3BE1-8D9F-384226865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090" y="6930184"/>
            <a:ext cx="9449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304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F0A4A7-F414-3D2C-76F7-EF6777325FB7}"/>
              </a:ext>
            </a:extLst>
          </p:cNvPr>
          <p:cNvSpPr/>
          <p:nvPr/>
        </p:nvSpPr>
        <p:spPr>
          <a:xfrm>
            <a:off x="-65314" y="0"/>
            <a:ext cx="1225731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7113C1-D5E5-4B8C-36D3-23EA2EA0B6E1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371090" y="0"/>
            <a:ext cx="9449819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12CA79A-2BF6-2095-4D89-37467CACDB26}"/>
              </a:ext>
            </a:extLst>
          </p:cNvPr>
          <p:cNvSpPr/>
          <p:nvPr/>
        </p:nvSpPr>
        <p:spPr>
          <a:xfrm>
            <a:off x="0" y="6930209"/>
            <a:ext cx="12192000" cy="68580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3" name="Content Placeholder 13">
            <a:extLst>
              <a:ext uri="{FF2B5EF4-FFF2-40B4-BE49-F238E27FC236}">
                <a16:creationId xmlns:a16="http://schemas.microsoft.com/office/drawing/2014/main" id="{7220267C-B777-28CA-3C62-5D9B8E0F1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6930207"/>
            <a:ext cx="10038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02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9F645-3850-745D-946A-C1532D453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E6CEB0A-8180-FE63-D7EF-8737623288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BE43289-2563-F5C0-B123-2364F4CC9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" y="-2"/>
            <a:ext cx="1003888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FAD9F6-C5BA-C4DE-E0E7-D0C541A1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757" y="6878488"/>
            <a:ext cx="3636487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882A4F-921C-5853-95F6-C238CF629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887479"/>
            <a:ext cx="12192000" cy="682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519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497B-9727-F835-0E53-22F14AAC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77ADDD-3F17-4738-F964-C12E455245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1A82C8-06F3-E62A-775E-4B1138D35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757" y="0"/>
            <a:ext cx="3636487" cy="68580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7F8C417-40D2-9C58-1129-39079BE8260F}"/>
              </a:ext>
            </a:extLst>
          </p:cNvPr>
          <p:cNvSpPr/>
          <p:nvPr/>
        </p:nvSpPr>
        <p:spPr>
          <a:xfrm>
            <a:off x="1088484" y="6930726"/>
            <a:ext cx="4850152" cy="3978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r>
              <a:rPr lang="en-US" sz="2000" b="1" cap="small" dirty="0">
                <a:solidFill>
                  <a:schemeClr val="accent2">
                    <a:lumMod val="25000"/>
                  </a:schemeClr>
                </a:solidFill>
              </a:rPr>
              <a:t>Professional Foundations</a:t>
            </a:r>
          </a:p>
          <a:p>
            <a:pPr algn="ctr"/>
            <a:endParaRPr lang="en-US" sz="1000" b="1" cap="small" dirty="0">
              <a:solidFill>
                <a:schemeClr val="accent5"/>
              </a:solidFill>
            </a:endParaRPr>
          </a:p>
          <a:p>
            <a:r>
              <a:rPr lang="en-US" dirty="0"/>
              <a:t>My experience proves a strong foundation in ethical conduct, accountability, and collaborative problem-solving, essential for any high-trust environment.</a:t>
            </a:r>
            <a:endParaRPr lang="en-US" dirty="0">
              <a:effectLst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3E68486-9F65-DE5E-143E-2309352E8444}"/>
              </a:ext>
            </a:extLst>
          </p:cNvPr>
          <p:cNvSpPr/>
          <p:nvPr/>
        </p:nvSpPr>
        <p:spPr>
          <a:xfrm>
            <a:off x="6253364" y="6948119"/>
            <a:ext cx="4850152" cy="3978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r>
              <a:rPr lang="en-US" sz="2000" b="1" cap="small" dirty="0">
                <a:solidFill>
                  <a:schemeClr val="accent2">
                    <a:lumMod val="25000"/>
                  </a:schemeClr>
                </a:solidFill>
                <a:latin typeface="+mj-lt"/>
              </a:rPr>
              <a:t>Proven Technical Knowledge</a:t>
            </a:r>
          </a:p>
          <a:p>
            <a:pPr algn="ctr"/>
            <a:endParaRPr lang="en-US" sz="1050" b="1" cap="small" dirty="0">
              <a:solidFill>
                <a:schemeClr val="accent5"/>
              </a:solidFill>
              <a:latin typeface="+mj-lt"/>
            </a:endParaRPr>
          </a:p>
          <a:p>
            <a:r>
              <a:rPr lang="en-US" dirty="0"/>
              <a:t>I possess hands-on, practical skills in key cybersecurity domains: device management, active threat detection, and end-to-end vulnerability management.</a:t>
            </a:r>
            <a:endParaRPr lang="en-US" dirty="0">
              <a:effectLst/>
            </a:endParaRPr>
          </a:p>
        </p:txBody>
      </p:sp>
      <p:pic>
        <p:nvPicPr>
          <p:cNvPr id="16" name="Graphic 15" descr="Briefcase with solid fill">
            <a:extLst>
              <a:ext uri="{FF2B5EF4-FFF2-40B4-BE49-F238E27FC236}">
                <a16:creationId xmlns:a16="http://schemas.microsoft.com/office/drawing/2014/main" id="{6E17EAD3-D80C-5736-CF11-90BB449FE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6360" y="7217067"/>
            <a:ext cx="914400" cy="914400"/>
          </a:xfrm>
          <a:prstGeom prst="rect">
            <a:avLst/>
          </a:prstGeom>
        </p:spPr>
      </p:pic>
      <p:pic>
        <p:nvPicPr>
          <p:cNvPr id="17" name="Graphic 16" descr="Lightbulb and gear with solid fill">
            <a:extLst>
              <a:ext uri="{FF2B5EF4-FFF2-40B4-BE49-F238E27FC236}">
                <a16:creationId xmlns:a16="http://schemas.microsoft.com/office/drawing/2014/main" id="{F050BDE2-BC5B-1A64-8301-6A0C10D08C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1240" y="7217067"/>
            <a:ext cx="914400" cy="914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9E34311-B181-8F42-2B85-4B936A645351}"/>
              </a:ext>
            </a:extLst>
          </p:cNvPr>
          <p:cNvSpPr/>
          <p:nvPr/>
        </p:nvSpPr>
        <p:spPr>
          <a:xfrm>
            <a:off x="0" y="-6954249"/>
            <a:ext cx="12192000" cy="68580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Content Placeholder 13">
            <a:extLst>
              <a:ext uri="{FF2B5EF4-FFF2-40B4-BE49-F238E27FC236}">
                <a16:creationId xmlns:a16="http://schemas.microsoft.com/office/drawing/2014/main" id="{A5C07864-935E-9B03-9B15-8892B239B5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" y="-6954251"/>
            <a:ext cx="10038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101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08CA-FF27-B88C-821B-816B1DE5C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BA38121-2121-D72E-A031-DA948BE797B3}"/>
              </a:ext>
            </a:extLst>
          </p:cNvPr>
          <p:cNvSpPr/>
          <p:nvPr/>
        </p:nvSpPr>
        <p:spPr>
          <a:xfrm>
            <a:off x="1088484" y="2208588"/>
            <a:ext cx="4850152" cy="3978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</a:endParaRPr>
          </a:p>
          <a:p>
            <a:pPr algn="ctr"/>
            <a:r>
              <a:rPr lang="en-US" sz="2000" b="1" cap="small" dirty="0">
                <a:solidFill>
                  <a:schemeClr val="accent2">
                    <a:lumMod val="25000"/>
                  </a:schemeClr>
                </a:solidFill>
              </a:rPr>
              <a:t>Professional Foundations</a:t>
            </a:r>
          </a:p>
          <a:p>
            <a:pPr algn="ctr"/>
            <a:endParaRPr lang="en-US" sz="1000" b="1" cap="small" dirty="0">
              <a:solidFill>
                <a:schemeClr val="accent5"/>
              </a:solidFill>
            </a:endParaRPr>
          </a:p>
          <a:p>
            <a:r>
              <a:rPr lang="en-US" dirty="0"/>
              <a:t>My experience proves a strong foundation in ethical conduct, accountability, and collaborative problem-solving, essential for any high-trust environment.</a:t>
            </a:r>
            <a:endParaRPr lang="en-US" dirty="0">
              <a:effectLst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630C352-D665-52D8-5BA1-AC3E1810D1CC}"/>
              </a:ext>
            </a:extLst>
          </p:cNvPr>
          <p:cNvSpPr/>
          <p:nvPr/>
        </p:nvSpPr>
        <p:spPr>
          <a:xfrm>
            <a:off x="6253364" y="2225981"/>
            <a:ext cx="4850152" cy="39787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endParaRPr lang="en-US" sz="2000" b="1" cap="small" dirty="0">
              <a:solidFill>
                <a:schemeClr val="accent5"/>
              </a:solidFill>
              <a:latin typeface="+mj-lt"/>
            </a:endParaRPr>
          </a:p>
          <a:p>
            <a:pPr algn="ctr"/>
            <a:r>
              <a:rPr lang="en-US" sz="2000" b="1" cap="small" dirty="0">
                <a:solidFill>
                  <a:schemeClr val="accent2">
                    <a:lumMod val="25000"/>
                  </a:schemeClr>
                </a:solidFill>
                <a:latin typeface="+mj-lt"/>
              </a:rPr>
              <a:t>Proven Technical Knowledge</a:t>
            </a:r>
          </a:p>
          <a:p>
            <a:pPr algn="ctr"/>
            <a:endParaRPr lang="en-US" sz="1050" b="1" cap="small" dirty="0">
              <a:solidFill>
                <a:schemeClr val="accent5"/>
              </a:solidFill>
              <a:latin typeface="+mj-lt"/>
            </a:endParaRPr>
          </a:p>
          <a:p>
            <a:r>
              <a:rPr lang="en-US" dirty="0"/>
              <a:t>I possess hands-on, practical skills in key cybersecurity domains: device management, active threat detection, and end-to-end vulnerability management.</a:t>
            </a:r>
            <a:endParaRPr lang="en-US" dirty="0">
              <a:effectLst/>
            </a:endParaRPr>
          </a:p>
        </p:txBody>
      </p:sp>
      <p:pic>
        <p:nvPicPr>
          <p:cNvPr id="5" name="Graphic 4" descr="Briefcase with solid fill">
            <a:extLst>
              <a:ext uri="{FF2B5EF4-FFF2-40B4-BE49-F238E27FC236}">
                <a16:creationId xmlns:a16="http://schemas.microsoft.com/office/drawing/2014/main" id="{27DFF7EB-E30F-F97D-6DB3-3A0A31180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6360" y="2494929"/>
            <a:ext cx="914400" cy="914400"/>
          </a:xfrm>
          <a:prstGeom prst="rect">
            <a:avLst/>
          </a:prstGeom>
        </p:spPr>
      </p:pic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4314C200-D7F0-A2B7-E361-D9E6542A80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1240" y="2494929"/>
            <a:ext cx="914400" cy="914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8CE46-9026-44C6-851E-408E82364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202D63-1D58-34F7-732F-0C3BF6AEC7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7757" y="-6892139"/>
            <a:ext cx="3636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16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9004BC-FBF2-9A05-E5E1-C6ECD63B07E1}"/>
              </a:ext>
            </a:extLst>
          </p:cNvPr>
          <p:cNvSpPr/>
          <p:nvPr/>
        </p:nvSpPr>
        <p:spPr>
          <a:xfrm>
            <a:off x="1088484" y="2208588"/>
            <a:ext cx="4850152" cy="3978760"/>
          </a:xfrm>
          <a:prstGeom prst="roundRect">
            <a:avLst/>
          </a:prstGeom>
          <a:solidFill>
            <a:srgbClr val="7673F7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D98224-708D-4989-B264-AA36CAD161E8}"/>
              </a:ext>
            </a:extLst>
          </p:cNvPr>
          <p:cNvSpPr/>
          <p:nvPr/>
        </p:nvSpPr>
        <p:spPr>
          <a:xfrm>
            <a:off x="6253364" y="2225981"/>
            <a:ext cx="4850152" cy="3978760"/>
          </a:xfrm>
          <a:prstGeom prst="roundRect">
            <a:avLst/>
          </a:prstGeom>
          <a:solidFill>
            <a:srgbClr val="7673F7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effectLst/>
            </a:endParaRPr>
          </a:p>
        </p:txBody>
      </p:sp>
      <p:pic>
        <p:nvPicPr>
          <p:cNvPr id="6" name="Graphic 5" descr="Briefcase with solid fill">
            <a:extLst>
              <a:ext uri="{FF2B5EF4-FFF2-40B4-BE49-F238E27FC236}">
                <a16:creationId xmlns:a16="http://schemas.microsoft.com/office/drawing/2014/main" id="{3E2F1A83-D194-F9EC-DE06-CED31400A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6360" y="2494929"/>
            <a:ext cx="914400" cy="914400"/>
          </a:xfrm>
          <a:prstGeom prst="rect">
            <a:avLst/>
          </a:prstGeom>
        </p:spPr>
      </p:pic>
      <p:pic>
        <p:nvPicPr>
          <p:cNvPr id="7" name="Graphic 6" descr="Lightbulb and gear with solid fill">
            <a:extLst>
              <a:ext uri="{FF2B5EF4-FFF2-40B4-BE49-F238E27FC236}">
                <a16:creationId xmlns:a16="http://schemas.microsoft.com/office/drawing/2014/main" id="{7F380741-F831-AF25-07E4-D766D1B50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1240" y="2494929"/>
            <a:ext cx="914400" cy="914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51298B3-314E-3576-15C7-BF3912FDBCCE}"/>
              </a:ext>
            </a:extLst>
          </p:cNvPr>
          <p:cNvSpPr txBox="1">
            <a:spLocks/>
          </p:cNvSpPr>
          <p:nvPr/>
        </p:nvSpPr>
        <p:spPr>
          <a:xfrm>
            <a:off x="1078992" y="365760"/>
            <a:ext cx="10277856" cy="16550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cap="none" baseline="0">
                <a:solidFill>
                  <a:schemeClr val="accent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12959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lue spheres presentation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ue spheres presentation" id="{1C5B4E43-3197-4370-8AC6-C27F71FE0995}" vid="{E267BE60-8122-4CEE-9DC7-C35BD7B3F2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339</TotalTime>
  <Words>705</Words>
  <Application>Microsoft Office PowerPoint</Application>
  <PresentationFormat>Widescreen</PresentationFormat>
  <Paragraphs>211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Arial</vt:lpstr>
      <vt:lpstr>Blue spheres presentation</vt:lpstr>
      <vt:lpstr>Cyber Security</vt:lpstr>
      <vt:lpstr>Overview</vt:lpstr>
      <vt:lpstr>Core Foundations</vt:lpstr>
      <vt:lpstr>Ethical Conduct</vt:lpstr>
      <vt:lpstr>Accountability &amp; Collaboration</vt:lpstr>
      <vt:lpstr>Reliability &amp; Lifelong Learning</vt:lpstr>
      <vt:lpstr>Technical Skills</vt:lpstr>
      <vt:lpstr>Device Management</vt:lpstr>
      <vt:lpstr>Threat Detection</vt:lpstr>
      <vt:lpstr>Vulnerability Management</vt:lpstr>
      <vt:lpstr>Delivery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Boutilier,Matthew</cp:lastModifiedBy>
  <cp:revision>6</cp:revision>
  <dcterms:created xsi:type="dcterms:W3CDTF">2025-11-06T12:49:10Z</dcterms:created>
  <dcterms:modified xsi:type="dcterms:W3CDTF">2025-11-19T23:00:45Z</dcterms:modified>
</cp:coreProperties>
</file>